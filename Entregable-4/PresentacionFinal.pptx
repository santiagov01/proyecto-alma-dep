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5"/>
    <p:sldId id="344" r:id="rId6"/>
    <p:sldId id="358" r:id="rId7"/>
    <p:sldId id="345" r:id="rId8"/>
    <p:sldId id="346" r:id="rId9"/>
    <p:sldId id="355" r:id="rId10"/>
    <p:sldId id="356" r:id="rId11"/>
    <p:sldId id="357" r:id="rId12"/>
    <p:sldId id="347" r:id="rId13"/>
    <p:sldId id="352" r:id="rId14"/>
    <p:sldId id="354" r:id="rId15"/>
    <p:sldId id="348" r:id="rId16"/>
    <p:sldId id="353" r:id="rId17"/>
    <p:sldId id="359" r:id="rId18"/>
    <p:sldId id="360" r:id="rId19"/>
    <p:sldId id="349" r:id="rId20"/>
    <p:sldId id="362" r:id="rId21"/>
    <p:sldId id="363" r:id="rId22"/>
    <p:sldId id="364" r:id="rId23"/>
    <p:sldId id="350" r:id="rId24"/>
  </p:sldIdLst>
  <p:sldSz cx="12192000" cy="6858000"/>
  <p:notesSz cx="6858000" cy="9144000"/>
  <p:embeddedFontLst>
    <p:embeddedFont>
      <p:font typeface="Open Sans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9E01CF89-7574-4568-B6AB-B6CE38DC48A6}">
          <p14:sldIdLst>
            <p14:sldId id="256"/>
            <p14:sldId id="344"/>
            <p14:sldId id="358"/>
            <p14:sldId id="345"/>
            <p14:sldId id="346"/>
            <p14:sldId id="355"/>
            <p14:sldId id="356"/>
            <p14:sldId id="357"/>
            <p14:sldId id="347"/>
            <p14:sldId id="352"/>
            <p14:sldId id="354"/>
            <p14:sldId id="348"/>
            <p14:sldId id="353"/>
            <p14:sldId id="359"/>
            <p14:sldId id="360"/>
            <p14:sldId id="349"/>
            <p14:sldId id="362"/>
            <p14:sldId id="363"/>
            <p14:sldId id="364"/>
            <p14:sldId id="3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566" userDrawn="1">
          <p15:clr>
            <a:srgbClr val="A4A3A4"/>
          </p15:clr>
        </p15:guide>
        <p15:guide id="2" pos="5609" userDrawn="1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67" roundtripDataSignature="AMtx7mioD24KNpXU2KUiqLW1hOAed8fNcA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C54CBCF-BF78-6DA9-0A1E-756DD30EBA27}" name="SANTIAGO JOSE VARGAS HIGUERA" initials="SV" userId="S::santiago.vargas5@udea.edu.co::cd16db47-34ca-4200-94d3-30eac36bc42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3F3F"/>
    <a:srgbClr val="40AD48"/>
    <a:srgbClr val="33A93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18333C-6E9B-C17D-78DF-19CAF517FD63}" v="77" dt="2026-06-10T16:09:28.597"/>
    <p1510:client id="{3C2A7BD7-3EB9-579E-833E-C747B2F87694}" v="57" dt="2026-06-10T17:07:59.659"/>
    <p1510:client id="{AC352E16-138A-45A3-9F59-6B718B9A1624}" v="1665" dt="2026-06-10T19:13:49.482"/>
    <p1510:client id="{D5321781-B650-839F-2DAD-35C8EDAD189D}" v="121" dt="2026-06-10T19:14:39.752"/>
    <p1510:client id="{D6A39BB7-BAA4-8636-D7AC-A6D40BCAB65A}" v="1250" dt="2026-06-10T17:31:50.5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566"/>
        <p:guide pos="5609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68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67" Type="http://customschemas.google.com/relationships/presentationmetadata" Target="metadata"/><Relationship Id="rId71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3.fntdata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7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2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73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69" Type="http://schemas.openxmlformats.org/officeDocument/2006/relationships/viewProps" Target="viewProps.xml"/><Relationship Id="rId8" Type="http://schemas.openxmlformats.org/officeDocument/2006/relationships/slide" Target="slides/slide4.xml"/><Relationship Id="rId72" Type="http://schemas.microsoft.com/office/2016/11/relationships/changesInfo" Target="changesInfos/changesInfo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99e1e721-7184-498e-8aff-b2ad4e53c1c2::" providerId="AD" clId="Web-{0718333C-6E9B-C17D-78DF-19CAF517FD63}"/>
    <pc:docChg chg="modSld">
      <pc:chgData name="Guest User" userId="S::urn:spo:tenantanon#99e1e721-7184-498e-8aff-b2ad4e53c1c2::" providerId="AD" clId="Web-{0718333C-6E9B-C17D-78DF-19CAF517FD63}" dt="2026-06-10T16:09:07.581" v="41"/>
      <pc:docMkLst>
        <pc:docMk/>
      </pc:docMkLst>
      <pc:sldChg chg="addSp delSp modSp">
        <pc:chgData name="Guest User" userId="S::urn:spo:tenantanon#99e1e721-7184-498e-8aff-b2ad4e53c1c2::" providerId="AD" clId="Web-{0718333C-6E9B-C17D-78DF-19CAF517FD63}" dt="2026-06-10T16:07:24.077" v="21"/>
        <pc:sldMkLst>
          <pc:docMk/>
          <pc:sldMk cId="691789572" sldId="348"/>
        </pc:sldMkLst>
        <pc:graphicFrameChg chg="mod modGraphic">
          <ac:chgData name="Guest User" userId="S::urn:spo:tenantanon#99e1e721-7184-498e-8aff-b2ad4e53c1c2::" providerId="AD" clId="Web-{0718333C-6E9B-C17D-78DF-19CAF517FD63}" dt="2026-06-10T16:07:24.077" v="21"/>
          <ac:graphicFrameMkLst>
            <pc:docMk/>
            <pc:sldMk cId="691789572" sldId="348"/>
            <ac:graphicFrameMk id="5" creationId="{2CF20B00-5D86-7169-C020-A6562785149D}"/>
          </ac:graphicFrameMkLst>
        </pc:graphicFrameChg>
        <pc:picChg chg="add del mod">
          <ac:chgData name="Guest User" userId="S::urn:spo:tenantanon#99e1e721-7184-498e-8aff-b2ad4e53c1c2::" providerId="AD" clId="Web-{0718333C-6E9B-C17D-78DF-19CAF517FD63}" dt="2026-06-10T16:05:45.683" v="3"/>
          <ac:picMkLst>
            <pc:docMk/>
            <pc:sldMk cId="691789572" sldId="348"/>
            <ac:picMk id="3" creationId="{5A3D3E97-7526-7CB5-DBA7-15584AC01B51}"/>
          </ac:picMkLst>
        </pc:picChg>
      </pc:sldChg>
      <pc:sldChg chg="modSp">
        <pc:chgData name="Guest User" userId="S::urn:spo:tenantanon#99e1e721-7184-498e-8aff-b2ad4e53c1c2::" providerId="AD" clId="Web-{0718333C-6E9B-C17D-78DF-19CAF517FD63}" dt="2026-06-10T16:09:07.581" v="41"/>
        <pc:sldMkLst>
          <pc:docMk/>
          <pc:sldMk cId="4027505427" sldId="353"/>
        </pc:sldMkLst>
        <pc:graphicFrameChg chg="mod modGraphic">
          <ac:chgData name="Guest User" userId="S::urn:spo:tenantanon#99e1e721-7184-498e-8aff-b2ad4e53c1c2::" providerId="AD" clId="Web-{0718333C-6E9B-C17D-78DF-19CAF517FD63}" dt="2026-06-10T16:09:07.581" v="41"/>
          <ac:graphicFrameMkLst>
            <pc:docMk/>
            <pc:sldMk cId="4027505427" sldId="353"/>
            <ac:graphicFrameMk id="3" creationId="{0D031C6D-53A0-9FB8-F405-AAB3BEC18C83}"/>
          </ac:graphicFrameMkLst>
        </pc:graphicFrameChg>
      </pc:sldChg>
    </pc:docChg>
  </pc:docChgLst>
  <pc:docChgLst>
    <pc:chgData name="SANTIAGO JOSE VARGAS HIGUERA" userId="cd16db47-34ca-4200-94d3-30eac36bc42d" providerId="ADAL" clId="{754FF2CA-D265-42E2-B8F4-E3E8DEE50E3B}"/>
    <pc:docChg chg="undo redo custSel addSld delSld modSld sldOrd delSection modSection">
      <pc:chgData name="SANTIAGO JOSE VARGAS HIGUERA" userId="cd16db47-34ca-4200-94d3-30eac36bc42d" providerId="ADAL" clId="{754FF2CA-D265-42E2-B8F4-E3E8DEE50E3B}" dt="2026-06-10T19:13:49.482" v="9117" actId="255"/>
      <pc:docMkLst>
        <pc:docMk/>
      </pc:docMkLst>
      <pc:sldChg chg="modSp add del mod">
        <pc:chgData name="SANTIAGO JOSE VARGAS HIGUERA" userId="cd16db47-34ca-4200-94d3-30eac36bc42d" providerId="ADAL" clId="{754FF2CA-D265-42E2-B8F4-E3E8DEE50E3B}" dt="2026-06-10T16:04:52.010" v="8185" actId="20577"/>
        <pc:sldMkLst>
          <pc:docMk/>
          <pc:sldMk cId="0" sldId="256"/>
        </pc:sldMkLst>
        <pc:spChg chg="mod">
          <ac:chgData name="SANTIAGO JOSE VARGAS HIGUERA" userId="cd16db47-34ca-4200-94d3-30eac36bc42d" providerId="ADAL" clId="{754FF2CA-D265-42E2-B8F4-E3E8DEE50E3B}" dt="2026-06-10T16:04:52.010" v="8185" actId="20577"/>
          <ac:spMkLst>
            <pc:docMk/>
            <pc:sldMk cId="0" sldId="256"/>
            <ac:spMk id="2" creationId="{FC46E3E5-5D55-9B87-C638-F0FF7790071D}"/>
          </ac:spMkLst>
        </pc:spChg>
        <pc:spChg chg="mod">
          <ac:chgData name="SANTIAGO JOSE VARGAS HIGUERA" userId="cd16db47-34ca-4200-94d3-30eac36bc42d" providerId="ADAL" clId="{754FF2CA-D265-42E2-B8F4-E3E8DEE50E3B}" dt="2026-06-10T13:52:42.339" v="5865" actId="20577"/>
          <ac:spMkLst>
            <pc:docMk/>
            <pc:sldMk cId="0" sldId="256"/>
            <ac:spMk id="131" creationId="{00000000-0000-0000-0000-000000000000}"/>
          </ac:spMkLst>
        </pc:spChg>
      </pc:sldChg>
      <pc:sldChg chg="addSp modSp del mod">
        <pc:chgData name="SANTIAGO JOSE VARGAS HIGUERA" userId="cd16db47-34ca-4200-94d3-30eac36bc42d" providerId="ADAL" clId="{754FF2CA-D265-42E2-B8F4-E3E8DEE50E3B}" dt="2026-06-10T13:52:52.850" v="5871" actId="47"/>
        <pc:sldMkLst>
          <pc:docMk/>
          <pc:sldMk cId="0" sldId="260"/>
        </pc:sldMkLst>
      </pc:sldChg>
      <pc:sldChg chg="del">
        <pc:chgData name="SANTIAGO JOSE VARGAS HIGUERA" userId="cd16db47-34ca-4200-94d3-30eac36bc42d" providerId="ADAL" clId="{754FF2CA-D265-42E2-B8F4-E3E8DEE50E3B}" dt="2026-06-10T13:52:52.311" v="5868" actId="47"/>
        <pc:sldMkLst>
          <pc:docMk/>
          <pc:sldMk cId="2787150438" sldId="309"/>
        </pc:sldMkLst>
      </pc:sldChg>
      <pc:sldChg chg="del">
        <pc:chgData name="SANTIAGO JOSE VARGAS HIGUERA" userId="cd16db47-34ca-4200-94d3-30eac36bc42d" providerId="ADAL" clId="{754FF2CA-D265-42E2-B8F4-E3E8DEE50E3B}" dt="2026-06-10T13:52:52.095" v="5867" actId="47"/>
        <pc:sldMkLst>
          <pc:docMk/>
          <pc:sldMk cId="1110681241" sldId="336"/>
        </pc:sldMkLst>
      </pc:sldChg>
      <pc:sldChg chg="del ord">
        <pc:chgData name="SANTIAGO JOSE VARGAS HIGUERA" userId="cd16db47-34ca-4200-94d3-30eac36bc42d" providerId="ADAL" clId="{754FF2CA-D265-42E2-B8F4-E3E8DEE50E3B}" dt="2026-06-10T13:52:53.120" v="5873" actId="47"/>
        <pc:sldMkLst>
          <pc:docMk/>
          <pc:sldMk cId="1588870890" sldId="338"/>
        </pc:sldMkLst>
      </pc:sldChg>
      <pc:sldChg chg="addSp delSp modSp del mod">
        <pc:chgData name="SANTIAGO JOSE VARGAS HIGUERA" userId="cd16db47-34ca-4200-94d3-30eac36bc42d" providerId="ADAL" clId="{754FF2CA-D265-42E2-B8F4-E3E8DEE50E3B}" dt="2026-06-10T13:52:53.475" v="5874" actId="47"/>
        <pc:sldMkLst>
          <pc:docMk/>
          <pc:sldMk cId="2252313385" sldId="340"/>
        </pc:sldMkLst>
      </pc:sldChg>
      <pc:sldChg chg="addSp delSp modSp del mod modAnim">
        <pc:chgData name="SANTIAGO JOSE VARGAS HIGUERA" userId="cd16db47-34ca-4200-94d3-30eac36bc42d" providerId="ADAL" clId="{754FF2CA-D265-42E2-B8F4-E3E8DEE50E3B}" dt="2026-06-10T13:52:54" v="5875" actId="47"/>
        <pc:sldMkLst>
          <pc:docMk/>
          <pc:sldMk cId="4193745805" sldId="343"/>
        </pc:sldMkLst>
      </pc:sldChg>
      <pc:sldChg chg="addSp delSp modSp add del mod">
        <pc:chgData name="SANTIAGO JOSE VARGAS HIGUERA" userId="cd16db47-34ca-4200-94d3-30eac36bc42d" providerId="ADAL" clId="{754FF2CA-D265-42E2-B8F4-E3E8DEE50E3B}" dt="2026-06-10T15:43:13.182" v="7747" actId="1076"/>
        <pc:sldMkLst>
          <pc:docMk/>
          <pc:sldMk cId="3906308808" sldId="344"/>
        </pc:sldMkLst>
        <pc:spChg chg="mod">
          <ac:chgData name="SANTIAGO JOSE VARGAS HIGUERA" userId="cd16db47-34ca-4200-94d3-30eac36bc42d" providerId="ADAL" clId="{754FF2CA-D265-42E2-B8F4-E3E8DEE50E3B}" dt="2026-06-10T13:53:13.320" v="5909" actId="20577"/>
          <ac:spMkLst>
            <pc:docMk/>
            <pc:sldMk cId="3906308808" sldId="344"/>
            <ac:spMk id="2" creationId="{F3FC8700-B49B-57AB-E5BC-4291A9DB7F98}"/>
          </ac:spMkLst>
        </pc:spChg>
        <pc:spChg chg="add mod">
          <ac:chgData name="SANTIAGO JOSE VARGAS HIGUERA" userId="cd16db47-34ca-4200-94d3-30eac36bc42d" providerId="ADAL" clId="{754FF2CA-D265-42E2-B8F4-E3E8DEE50E3B}" dt="2026-06-10T15:43:13.182" v="7747" actId="1076"/>
          <ac:spMkLst>
            <pc:docMk/>
            <pc:sldMk cId="3906308808" sldId="344"/>
            <ac:spMk id="3" creationId="{D1606485-EBF6-7B50-83F0-A2A39E45D309}"/>
          </ac:spMkLst>
        </pc:spChg>
        <pc:spChg chg="del mod">
          <ac:chgData name="SANTIAGO JOSE VARGAS HIGUERA" userId="cd16db47-34ca-4200-94d3-30eac36bc42d" providerId="ADAL" clId="{754FF2CA-D265-42E2-B8F4-E3E8DEE50E3B}" dt="2026-06-10T13:52:50.046" v="5866" actId="478"/>
          <ac:spMkLst>
            <pc:docMk/>
            <pc:sldMk cId="3906308808" sldId="344"/>
            <ac:spMk id="4" creationId="{086C15B5-2221-C550-01B2-F0523803E54D}"/>
          </ac:spMkLst>
        </pc:spChg>
        <pc:picChg chg="add del mod">
          <ac:chgData name="SANTIAGO JOSE VARGAS HIGUERA" userId="cd16db47-34ca-4200-94d3-30eac36bc42d" providerId="ADAL" clId="{754FF2CA-D265-42E2-B8F4-E3E8DEE50E3B}" dt="2026-06-10T15:42:47.665" v="7740" actId="478"/>
          <ac:picMkLst>
            <pc:docMk/>
            <pc:sldMk cId="3906308808" sldId="344"/>
            <ac:picMk id="6" creationId="{B07C5911-8348-B974-D790-7A349B3B5657}"/>
          </ac:picMkLst>
        </pc:picChg>
        <pc:picChg chg="add mod modCrop">
          <ac:chgData name="SANTIAGO JOSE VARGAS HIGUERA" userId="cd16db47-34ca-4200-94d3-30eac36bc42d" providerId="ADAL" clId="{754FF2CA-D265-42E2-B8F4-E3E8DEE50E3B}" dt="2026-06-10T15:43:05.505" v="7746" actId="14100"/>
          <ac:picMkLst>
            <pc:docMk/>
            <pc:sldMk cId="3906308808" sldId="344"/>
            <ac:picMk id="8" creationId="{83C5A9D3-C48E-73DA-D966-75371C06352E}"/>
          </ac:picMkLst>
        </pc:picChg>
      </pc:sldChg>
      <pc:sldChg chg="addSp modSp add mod">
        <pc:chgData name="SANTIAGO JOSE VARGAS HIGUERA" userId="cd16db47-34ca-4200-94d3-30eac36bc42d" providerId="ADAL" clId="{754FF2CA-D265-42E2-B8F4-E3E8DEE50E3B}" dt="2026-06-10T18:56:49.911" v="9078" actId="20577"/>
        <pc:sldMkLst>
          <pc:docMk/>
          <pc:sldMk cId="1706044187" sldId="345"/>
        </pc:sldMkLst>
        <pc:spChg chg="mod">
          <ac:chgData name="SANTIAGO JOSE VARGAS HIGUERA" userId="cd16db47-34ca-4200-94d3-30eac36bc42d" providerId="ADAL" clId="{754FF2CA-D265-42E2-B8F4-E3E8DEE50E3B}" dt="2026-06-10T13:53:26.275" v="5934" actId="20577"/>
          <ac:spMkLst>
            <pc:docMk/>
            <pc:sldMk cId="1706044187" sldId="345"/>
            <ac:spMk id="2" creationId="{DC9726F9-31F3-549B-E094-4ABE9AAF73A7}"/>
          </ac:spMkLst>
        </pc:spChg>
        <pc:graphicFrameChg chg="add mod modGraphic">
          <ac:chgData name="SANTIAGO JOSE VARGAS HIGUERA" userId="cd16db47-34ca-4200-94d3-30eac36bc42d" providerId="ADAL" clId="{754FF2CA-D265-42E2-B8F4-E3E8DEE50E3B}" dt="2026-06-10T18:56:49.911" v="9078" actId="20577"/>
          <ac:graphicFrameMkLst>
            <pc:docMk/>
            <pc:sldMk cId="1706044187" sldId="345"/>
            <ac:graphicFrameMk id="3" creationId="{8B5898C5-63D6-31C8-8EEA-F900B92A67DE}"/>
          </ac:graphicFrameMkLst>
        </pc:graphicFrameChg>
      </pc:sldChg>
      <pc:sldChg chg="addSp modSp add mod">
        <pc:chgData name="SANTIAGO JOSE VARGAS HIGUERA" userId="cd16db47-34ca-4200-94d3-30eac36bc42d" providerId="ADAL" clId="{754FF2CA-D265-42E2-B8F4-E3E8DEE50E3B}" dt="2026-06-10T15:09:07.226" v="7491" actId="1076"/>
        <pc:sldMkLst>
          <pc:docMk/>
          <pc:sldMk cId="1304214351" sldId="346"/>
        </pc:sldMkLst>
        <pc:spChg chg="mod">
          <ac:chgData name="SANTIAGO JOSE VARGAS HIGUERA" userId="cd16db47-34ca-4200-94d3-30eac36bc42d" providerId="ADAL" clId="{754FF2CA-D265-42E2-B8F4-E3E8DEE50E3B}" dt="2026-06-10T13:54:03.572" v="5976" actId="20577"/>
          <ac:spMkLst>
            <pc:docMk/>
            <pc:sldMk cId="1304214351" sldId="346"/>
            <ac:spMk id="2" creationId="{98BA447B-3EC9-1F21-1C77-0A5CF73EF12C}"/>
          </ac:spMkLst>
        </pc:spChg>
        <pc:graphicFrameChg chg="add mod modGraphic">
          <ac:chgData name="SANTIAGO JOSE VARGAS HIGUERA" userId="cd16db47-34ca-4200-94d3-30eac36bc42d" providerId="ADAL" clId="{754FF2CA-D265-42E2-B8F4-E3E8DEE50E3B}" dt="2026-06-10T15:09:07.226" v="7491" actId="1076"/>
          <ac:graphicFrameMkLst>
            <pc:docMk/>
            <pc:sldMk cId="1304214351" sldId="346"/>
            <ac:graphicFrameMk id="3" creationId="{9065383B-C552-F67A-CCAA-2DC85569EA8F}"/>
          </ac:graphicFrameMkLst>
        </pc:graphicFrameChg>
      </pc:sldChg>
      <pc:sldChg chg="addSp modSp add mod">
        <pc:chgData name="SANTIAGO JOSE VARGAS HIGUERA" userId="cd16db47-34ca-4200-94d3-30eac36bc42d" providerId="ADAL" clId="{754FF2CA-D265-42E2-B8F4-E3E8DEE50E3B}" dt="2026-06-10T19:13:49.482" v="9117" actId="255"/>
        <pc:sldMkLst>
          <pc:docMk/>
          <pc:sldMk cId="1759203984" sldId="347"/>
        </pc:sldMkLst>
        <pc:spChg chg="mod">
          <ac:chgData name="SANTIAGO JOSE VARGAS HIGUERA" userId="cd16db47-34ca-4200-94d3-30eac36bc42d" providerId="ADAL" clId="{754FF2CA-D265-42E2-B8F4-E3E8DEE50E3B}" dt="2026-06-10T13:54:18.202" v="5996" actId="20577"/>
          <ac:spMkLst>
            <pc:docMk/>
            <pc:sldMk cId="1759203984" sldId="347"/>
            <ac:spMk id="2" creationId="{73A225C3-19AF-1147-AF54-3BB7698F918E}"/>
          </ac:spMkLst>
        </pc:spChg>
        <pc:graphicFrameChg chg="add mod modGraphic">
          <ac:chgData name="SANTIAGO JOSE VARGAS HIGUERA" userId="cd16db47-34ca-4200-94d3-30eac36bc42d" providerId="ADAL" clId="{754FF2CA-D265-42E2-B8F4-E3E8DEE50E3B}" dt="2026-06-10T19:13:49.482" v="9117" actId="255"/>
          <ac:graphicFrameMkLst>
            <pc:docMk/>
            <pc:sldMk cId="1759203984" sldId="347"/>
            <ac:graphicFrameMk id="3" creationId="{D5570324-7CC6-5A5D-B457-0103A79B8A0A}"/>
          </ac:graphicFrameMkLst>
        </pc:graphicFrameChg>
        <pc:graphicFrameChg chg="add">
          <ac:chgData name="SANTIAGO JOSE VARGAS HIGUERA" userId="cd16db47-34ca-4200-94d3-30eac36bc42d" providerId="ADAL" clId="{754FF2CA-D265-42E2-B8F4-E3E8DEE50E3B}" dt="2026-06-10T14:04:17.863" v="6188"/>
          <ac:graphicFrameMkLst>
            <pc:docMk/>
            <pc:sldMk cId="1759203984" sldId="347"/>
            <ac:graphicFrameMk id="4" creationId="{98DE22C2-6068-50EA-1C86-CE4A19AAB6D5}"/>
          </ac:graphicFrameMkLst>
        </pc:graphicFrameChg>
      </pc:sldChg>
      <pc:sldChg chg="addSp modSp add mod">
        <pc:chgData name="SANTIAGO JOSE VARGAS HIGUERA" userId="cd16db47-34ca-4200-94d3-30eac36bc42d" providerId="ADAL" clId="{754FF2CA-D265-42E2-B8F4-E3E8DEE50E3B}" dt="2026-06-10T19:13:34.982" v="9116"/>
        <pc:sldMkLst>
          <pc:docMk/>
          <pc:sldMk cId="691789572" sldId="348"/>
        </pc:sldMkLst>
        <pc:spChg chg="mod">
          <ac:chgData name="SANTIAGO JOSE VARGAS HIGUERA" userId="cd16db47-34ca-4200-94d3-30eac36bc42d" providerId="ADAL" clId="{754FF2CA-D265-42E2-B8F4-E3E8DEE50E3B}" dt="2026-06-10T13:54:47.628" v="6077" actId="20577"/>
          <ac:spMkLst>
            <pc:docMk/>
            <pc:sldMk cId="691789572" sldId="348"/>
            <ac:spMk id="2" creationId="{DF0CB466-939E-12CD-A3A3-3811947FF7EB}"/>
          </ac:spMkLst>
        </pc:spChg>
        <pc:spChg chg="add mod">
          <ac:chgData name="SANTIAGO JOSE VARGAS HIGUERA" userId="cd16db47-34ca-4200-94d3-30eac36bc42d" providerId="ADAL" clId="{754FF2CA-D265-42E2-B8F4-E3E8DEE50E3B}" dt="2026-06-10T14:01:06.363" v="6173"/>
          <ac:spMkLst>
            <pc:docMk/>
            <pc:sldMk cId="691789572" sldId="348"/>
            <ac:spMk id="4" creationId="{B123B176-597F-BF6A-4F44-2412A169A76D}"/>
          </ac:spMkLst>
        </pc:spChg>
        <pc:graphicFrameChg chg="add mod">
          <ac:chgData name="SANTIAGO JOSE VARGAS HIGUERA" userId="cd16db47-34ca-4200-94d3-30eac36bc42d" providerId="ADAL" clId="{754FF2CA-D265-42E2-B8F4-E3E8DEE50E3B}" dt="2026-06-10T14:01:00.333" v="6172"/>
          <ac:graphicFrameMkLst>
            <pc:docMk/>
            <pc:sldMk cId="691789572" sldId="348"/>
            <ac:graphicFrameMk id="3" creationId="{1B6DBA15-4CB4-BD9D-8FA4-73ADAEB95B55}"/>
          </ac:graphicFrameMkLst>
        </pc:graphicFrameChg>
        <pc:graphicFrameChg chg="add mod modGraphic">
          <ac:chgData name="SANTIAGO JOSE VARGAS HIGUERA" userId="cd16db47-34ca-4200-94d3-30eac36bc42d" providerId="ADAL" clId="{754FF2CA-D265-42E2-B8F4-E3E8DEE50E3B}" dt="2026-06-10T19:13:34.982" v="9116"/>
          <ac:graphicFrameMkLst>
            <pc:docMk/>
            <pc:sldMk cId="691789572" sldId="348"/>
            <ac:graphicFrameMk id="5" creationId="{2CF20B00-5D86-7169-C020-A6562785149D}"/>
          </ac:graphicFrameMkLst>
        </pc:graphicFrameChg>
      </pc:sldChg>
      <pc:sldChg chg="addSp modSp add mod">
        <pc:chgData name="SANTIAGO JOSE VARGAS HIGUERA" userId="cd16db47-34ca-4200-94d3-30eac36bc42d" providerId="ADAL" clId="{754FF2CA-D265-42E2-B8F4-E3E8DEE50E3B}" dt="2026-06-10T19:01:55.890" v="9102" actId="27918"/>
        <pc:sldMkLst>
          <pc:docMk/>
          <pc:sldMk cId="1173957054" sldId="349"/>
        </pc:sldMkLst>
        <pc:spChg chg="mod">
          <ac:chgData name="SANTIAGO JOSE VARGAS HIGUERA" userId="cd16db47-34ca-4200-94d3-30eac36bc42d" providerId="ADAL" clId="{754FF2CA-D265-42E2-B8F4-E3E8DEE50E3B}" dt="2026-06-10T15:53:23.675" v="7943" actId="20577"/>
          <ac:spMkLst>
            <pc:docMk/>
            <pc:sldMk cId="1173957054" sldId="349"/>
            <ac:spMk id="2" creationId="{0EB4B1D5-523C-E3D5-17BE-0E3AECBCB3FA}"/>
          </ac:spMkLst>
        </pc:spChg>
        <pc:graphicFrameChg chg="add mod">
          <ac:chgData name="SANTIAGO JOSE VARGAS HIGUERA" userId="cd16db47-34ca-4200-94d3-30eac36bc42d" providerId="ADAL" clId="{754FF2CA-D265-42E2-B8F4-E3E8DEE50E3B}" dt="2026-06-10T19:01:43.196" v="9101"/>
          <ac:graphicFrameMkLst>
            <pc:docMk/>
            <pc:sldMk cId="1173957054" sldId="349"/>
            <ac:graphicFrameMk id="3" creationId="{00000000-0008-0000-0200-000002000000}"/>
          </ac:graphicFrameMkLst>
        </pc:graphicFrameChg>
      </pc:sldChg>
      <pc:sldChg chg="addSp delSp modSp add mod">
        <pc:chgData name="SANTIAGO JOSE VARGAS HIGUERA" userId="cd16db47-34ca-4200-94d3-30eac36bc42d" providerId="ADAL" clId="{754FF2CA-D265-42E2-B8F4-E3E8DEE50E3B}" dt="2026-06-10T18:58:44.061" v="9089" actId="313"/>
        <pc:sldMkLst>
          <pc:docMk/>
          <pc:sldMk cId="180711764" sldId="350"/>
        </pc:sldMkLst>
        <pc:spChg chg="mod">
          <ac:chgData name="SANTIAGO JOSE VARGAS HIGUERA" userId="cd16db47-34ca-4200-94d3-30eac36bc42d" providerId="ADAL" clId="{754FF2CA-D265-42E2-B8F4-E3E8DEE50E3B}" dt="2026-06-10T18:58:36.710" v="9087" actId="1076"/>
          <ac:spMkLst>
            <pc:docMk/>
            <pc:sldMk cId="180711764" sldId="350"/>
            <ac:spMk id="2" creationId="{262841FA-8048-9775-007D-567A57FE567E}"/>
          </ac:spMkLst>
        </pc:spChg>
        <pc:spChg chg="add del mod">
          <ac:chgData name="SANTIAGO JOSE VARGAS HIGUERA" userId="cd16db47-34ca-4200-94d3-30eac36bc42d" providerId="ADAL" clId="{754FF2CA-D265-42E2-B8F4-E3E8DEE50E3B}" dt="2026-06-10T15:09:32.884" v="7494"/>
          <ac:spMkLst>
            <pc:docMk/>
            <pc:sldMk cId="180711764" sldId="350"/>
            <ac:spMk id="3" creationId="{73AF59DA-CFD5-12D8-9E3E-1E09E94E2C75}"/>
          </ac:spMkLst>
        </pc:spChg>
        <pc:spChg chg="add del mod">
          <ac:chgData name="SANTIAGO JOSE VARGAS HIGUERA" userId="cd16db47-34ca-4200-94d3-30eac36bc42d" providerId="ADAL" clId="{754FF2CA-D265-42E2-B8F4-E3E8DEE50E3B}" dt="2026-06-10T15:49:45.851" v="7882"/>
          <ac:spMkLst>
            <pc:docMk/>
            <pc:sldMk cId="180711764" sldId="350"/>
            <ac:spMk id="4" creationId="{3DFB1FCD-CB4F-90F4-FD14-3EB5E2A74E8F}"/>
          </ac:spMkLst>
        </pc:spChg>
        <pc:spChg chg="add mod">
          <ac:chgData name="SANTIAGO JOSE VARGAS HIGUERA" userId="cd16db47-34ca-4200-94d3-30eac36bc42d" providerId="ADAL" clId="{754FF2CA-D265-42E2-B8F4-E3E8DEE50E3B}" dt="2026-06-10T18:58:44.061" v="9089" actId="313"/>
          <ac:spMkLst>
            <pc:docMk/>
            <pc:sldMk cId="180711764" sldId="350"/>
            <ac:spMk id="5" creationId="{DD8FC312-A1D0-D079-BE75-962FF3ED7028}"/>
          </ac:spMkLst>
        </pc:spChg>
        <pc:graphicFrameChg chg="add del mod">
          <ac:chgData name="SANTIAGO JOSE VARGAS HIGUERA" userId="cd16db47-34ca-4200-94d3-30eac36bc42d" providerId="ADAL" clId="{754FF2CA-D265-42E2-B8F4-E3E8DEE50E3B}" dt="2026-06-10T17:18:08.257" v="8819" actId="478"/>
          <ac:graphicFrameMkLst>
            <pc:docMk/>
            <pc:sldMk cId="180711764" sldId="350"/>
            <ac:graphicFrameMk id="6" creationId="{00000000-0008-0000-0200-000002000000}"/>
          </ac:graphicFrameMkLst>
        </pc:graphicFrameChg>
      </pc:sldChg>
      <pc:sldChg chg="addSp delSp modSp del mod modAnim">
        <pc:chgData name="SANTIAGO JOSE VARGAS HIGUERA" userId="cd16db47-34ca-4200-94d3-30eac36bc42d" providerId="ADAL" clId="{754FF2CA-D265-42E2-B8F4-E3E8DEE50E3B}" dt="2026-06-10T13:52:54.050" v="5877" actId="47"/>
        <pc:sldMkLst>
          <pc:docMk/>
          <pc:sldMk cId="4246465564" sldId="350"/>
        </pc:sldMkLst>
      </pc:sldChg>
      <pc:sldChg chg="addSp modSp add del mod">
        <pc:chgData name="SANTIAGO JOSE VARGAS HIGUERA" userId="cd16db47-34ca-4200-94d3-30eac36bc42d" providerId="ADAL" clId="{754FF2CA-D265-42E2-B8F4-E3E8DEE50E3B}" dt="2026-06-10T19:05:23.008" v="9103" actId="47"/>
        <pc:sldMkLst>
          <pc:docMk/>
          <pc:sldMk cId="2976246081" sldId="351"/>
        </pc:sldMkLst>
        <pc:spChg chg="mod">
          <ac:chgData name="SANTIAGO JOSE VARGAS HIGUERA" userId="cd16db47-34ca-4200-94d3-30eac36bc42d" providerId="ADAL" clId="{754FF2CA-D265-42E2-B8F4-E3E8DEE50E3B}" dt="2026-06-10T13:55:22.861" v="6145" actId="20577"/>
          <ac:spMkLst>
            <pc:docMk/>
            <pc:sldMk cId="2976246081" sldId="351"/>
            <ac:spMk id="2" creationId="{2FD79499-1D7F-7F8F-0245-30E3E5505725}"/>
          </ac:spMkLst>
        </pc:spChg>
        <pc:spChg chg="add mod">
          <ac:chgData name="SANTIAGO JOSE VARGAS HIGUERA" userId="cd16db47-34ca-4200-94d3-30eac36bc42d" providerId="ADAL" clId="{754FF2CA-D265-42E2-B8F4-E3E8DEE50E3B}" dt="2026-06-10T15:50:35.657" v="7915" actId="20577"/>
          <ac:spMkLst>
            <pc:docMk/>
            <pc:sldMk cId="2976246081" sldId="351"/>
            <ac:spMk id="3" creationId="{FC00F671-3363-C72C-A97A-F9BFDDD89C6F}"/>
          </ac:spMkLst>
        </pc:spChg>
      </pc:sldChg>
      <pc:sldChg chg="addSp delSp modSp add mod">
        <pc:chgData name="SANTIAGO JOSE VARGAS HIGUERA" userId="cd16db47-34ca-4200-94d3-30eac36bc42d" providerId="ADAL" clId="{754FF2CA-D265-42E2-B8F4-E3E8DEE50E3B}" dt="2026-06-10T15:06:09.751" v="7487" actId="113"/>
        <pc:sldMkLst>
          <pc:docMk/>
          <pc:sldMk cId="369304900" sldId="352"/>
        </pc:sldMkLst>
        <pc:graphicFrameChg chg="del mod modGraphic">
          <ac:chgData name="SANTIAGO JOSE VARGAS HIGUERA" userId="cd16db47-34ca-4200-94d3-30eac36bc42d" providerId="ADAL" clId="{754FF2CA-D265-42E2-B8F4-E3E8DEE50E3B}" dt="2026-06-10T15:04:49.627" v="7464" actId="478"/>
          <ac:graphicFrameMkLst>
            <pc:docMk/>
            <pc:sldMk cId="369304900" sldId="352"/>
            <ac:graphicFrameMk id="3" creationId="{7B2A574F-4A8D-9694-2B21-C6588F8A4F31}"/>
          </ac:graphicFrameMkLst>
        </pc:graphicFrameChg>
        <pc:graphicFrameChg chg="add">
          <ac:chgData name="SANTIAGO JOSE VARGAS HIGUERA" userId="cd16db47-34ca-4200-94d3-30eac36bc42d" providerId="ADAL" clId="{754FF2CA-D265-42E2-B8F4-E3E8DEE50E3B}" dt="2026-06-10T15:04:09.884" v="7453"/>
          <ac:graphicFrameMkLst>
            <pc:docMk/>
            <pc:sldMk cId="369304900" sldId="352"/>
            <ac:graphicFrameMk id="4" creationId="{2263E7A2-193F-EA33-367C-AD8622DA4870}"/>
          </ac:graphicFrameMkLst>
        </pc:graphicFrameChg>
        <pc:graphicFrameChg chg="add del modGraphic">
          <ac:chgData name="SANTIAGO JOSE VARGAS HIGUERA" userId="cd16db47-34ca-4200-94d3-30eac36bc42d" providerId="ADAL" clId="{754FF2CA-D265-42E2-B8F4-E3E8DEE50E3B}" dt="2026-06-10T15:04:37.817" v="7461" actId="478"/>
          <ac:graphicFrameMkLst>
            <pc:docMk/>
            <pc:sldMk cId="369304900" sldId="352"/>
            <ac:graphicFrameMk id="5" creationId="{142FC83C-B698-13B8-E0E1-F01A54F4D331}"/>
          </ac:graphicFrameMkLst>
        </pc:graphicFrameChg>
        <pc:graphicFrameChg chg="add mod modGraphic">
          <ac:chgData name="SANTIAGO JOSE VARGAS HIGUERA" userId="cd16db47-34ca-4200-94d3-30eac36bc42d" providerId="ADAL" clId="{754FF2CA-D265-42E2-B8F4-E3E8DEE50E3B}" dt="2026-06-10T15:06:09.751" v="7487" actId="113"/>
          <ac:graphicFrameMkLst>
            <pc:docMk/>
            <pc:sldMk cId="369304900" sldId="352"/>
            <ac:graphicFrameMk id="6" creationId="{94375C05-6E75-E791-E6B9-32EA017A9B74}"/>
          </ac:graphicFrameMkLst>
        </pc:graphicFrameChg>
      </pc:sldChg>
      <pc:sldChg chg="addSp delSp modSp add mod">
        <pc:chgData name="SANTIAGO JOSE VARGAS HIGUERA" userId="cd16db47-34ca-4200-94d3-30eac36bc42d" providerId="ADAL" clId="{754FF2CA-D265-42E2-B8F4-E3E8DEE50E3B}" dt="2026-06-10T19:13:31.447" v="9114" actId="21"/>
        <pc:sldMkLst>
          <pc:docMk/>
          <pc:sldMk cId="4027505427" sldId="353"/>
        </pc:sldMkLst>
        <pc:graphicFrameChg chg="add mod modGraphic">
          <ac:chgData name="SANTIAGO JOSE VARGAS HIGUERA" userId="cd16db47-34ca-4200-94d3-30eac36bc42d" providerId="ADAL" clId="{754FF2CA-D265-42E2-B8F4-E3E8DEE50E3B}" dt="2026-06-10T19:13:31.447" v="9114" actId="21"/>
          <ac:graphicFrameMkLst>
            <pc:docMk/>
            <pc:sldMk cId="4027505427" sldId="353"/>
            <ac:graphicFrameMk id="3" creationId="{0D031C6D-53A0-9FB8-F405-AAB3BEC18C83}"/>
          </ac:graphicFrameMkLst>
        </pc:graphicFrameChg>
        <pc:graphicFrameChg chg="del">
          <ac:chgData name="SANTIAGO JOSE VARGAS HIGUERA" userId="cd16db47-34ca-4200-94d3-30eac36bc42d" providerId="ADAL" clId="{754FF2CA-D265-42E2-B8F4-E3E8DEE50E3B}" dt="2026-06-10T14:05:57.933" v="6200" actId="478"/>
          <ac:graphicFrameMkLst>
            <pc:docMk/>
            <pc:sldMk cId="4027505427" sldId="353"/>
            <ac:graphicFrameMk id="5" creationId="{CB813E7F-1373-C1F6-307A-C733C208FB3A}"/>
          </ac:graphicFrameMkLst>
        </pc:graphicFrameChg>
      </pc:sldChg>
      <pc:sldChg chg="addSp delSp modSp add mod ord">
        <pc:chgData name="SANTIAGO JOSE VARGAS HIGUERA" userId="cd16db47-34ca-4200-94d3-30eac36bc42d" providerId="ADAL" clId="{754FF2CA-D265-42E2-B8F4-E3E8DEE50E3B}" dt="2026-06-10T14:46:28.507" v="7398" actId="1076"/>
        <pc:sldMkLst>
          <pc:docMk/>
          <pc:sldMk cId="1018885051" sldId="354"/>
        </pc:sldMkLst>
        <pc:graphicFrameChg chg="del">
          <ac:chgData name="SANTIAGO JOSE VARGAS HIGUERA" userId="cd16db47-34ca-4200-94d3-30eac36bc42d" providerId="ADAL" clId="{754FF2CA-D265-42E2-B8F4-E3E8DEE50E3B}" dt="2026-06-10T14:40:34.938" v="7389" actId="478"/>
          <ac:graphicFrameMkLst>
            <pc:docMk/>
            <pc:sldMk cId="1018885051" sldId="354"/>
            <ac:graphicFrameMk id="3" creationId="{A7021048-2740-03B3-C2B4-F361C86869DA}"/>
          </ac:graphicFrameMkLst>
        </pc:graphicFrameChg>
        <pc:picChg chg="add mod">
          <ac:chgData name="SANTIAGO JOSE VARGAS HIGUERA" userId="cd16db47-34ca-4200-94d3-30eac36bc42d" providerId="ADAL" clId="{754FF2CA-D265-42E2-B8F4-E3E8DEE50E3B}" dt="2026-06-10T14:46:23.637" v="7395" actId="1076"/>
          <ac:picMkLst>
            <pc:docMk/>
            <pc:sldMk cId="1018885051" sldId="354"/>
            <ac:picMk id="5" creationId="{4EACCE23-C64B-397C-2B1B-1094F2201854}"/>
          </ac:picMkLst>
        </pc:picChg>
        <pc:picChg chg="add mod">
          <ac:chgData name="SANTIAGO JOSE VARGAS HIGUERA" userId="cd16db47-34ca-4200-94d3-30eac36bc42d" providerId="ADAL" clId="{754FF2CA-D265-42E2-B8F4-E3E8DEE50E3B}" dt="2026-06-10T14:46:28.507" v="7398" actId="1076"/>
          <ac:picMkLst>
            <pc:docMk/>
            <pc:sldMk cId="1018885051" sldId="354"/>
            <ac:picMk id="7" creationId="{5AD417E2-D2F5-F486-49A2-E6A4560EEB8A}"/>
          </ac:picMkLst>
        </pc:picChg>
      </pc:sldChg>
      <pc:sldChg chg="new del">
        <pc:chgData name="SANTIAGO JOSE VARGAS HIGUERA" userId="cd16db47-34ca-4200-94d3-30eac36bc42d" providerId="ADAL" clId="{754FF2CA-D265-42E2-B8F4-E3E8DEE50E3B}" dt="2026-06-10T14:29:23.610" v="7142" actId="680"/>
        <pc:sldMkLst>
          <pc:docMk/>
          <pc:sldMk cId="3267404523" sldId="354"/>
        </pc:sldMkLst>
      </pc:sldChg>
      <pc:sldChg chg="add del">
        <pc:chgData name="SANTIAGO JOSE VARGAS HIGUERA" userId="cd16db47-34ca-4200-94d3-30eac36bc42d" providerId="ADAL" clId="{754FF2CA-D265-42E2-B8F4-E3E8DEE50E3B}" dt="2026-06-10T14:40:37.337" v="7391"/>
        <pc:sldMkLst>
          <pc:docMk/>
          <pc:sldMk cId="402794960" sldId="355"/>
        </pc:sldMkLst>
      </pc:sldChg>
      <pc:sldChg chg="del">
        <pc:chgData name="SANTIAGO JOSE VARGAS HIGUERA" userId="cd16db47-34ca-4200-94d3-30eac36bc42d" providerId="ADAL" clId="{754FF2CA-D265-42E2-B8F4-E3E8DEE50E3B}" dt="2026-06-10T13:52:52.555" v="5869" actId="47"/>
        <pc:sldMkLst>
          <pc:docMk/>
          <pc:sldMk cId="1840547919" sldId="355"/>
        </pc:sldMkLst>
      </pc:sldChg>
      <pc:sldChg chg="addSp delSp modSp new mod">
        <pc:chgData name="SANTIAGO JOSE VARGAS HIGUERA" userId="cd16db47-34ca-4200-94d3-30eac36bc42d" providerId="ADAL" clId="{754FF2CA-D265-42E2-B8F4-E3E8DEE50E3B}" dt="2026-06-10T17:07:23.362" v="8807"/>
        <pc:sldMkLst>
          <pc:docMk/>
          <pc:sldMk cId="2155544596" sldId="355"/>
        </pc:sldMkLst>
        <pc:spChg chg="del">
          <ac:chgData name="SANTIAGO JOSE VARGAS HIGUERA" userId="cd16db47-34ca-4200-94d3-30eac36bc42d" providerId="ADAL" clId="{754FF2CA-D265-42E2-B8F4-E3E8DEE50E3B}" dt="2026-06-10T15:11:54.461" v="7496" actId="478"/>
          <ac:spMkLst>
            <pc:docMk/>
            <pc:sldMk cId="2155544596" sldId="355"/>
            <ac:spMk id="2" creationId="{9C8B3405-7F8E-8E7D-9BA7-D76E4E4A5CB1}"/>
          </ac:spMkLst>
        </pc:spChg>
        <pc:spChg chg="del">
          <ac:chgData name="SANTIAGO JOSE VARGAS HIGUERA" userId="cd16db47-34ca-4200-94d3-30eac36bc42d" providerId="ADAL" clId="{754FF2CA-D265-42E2-B8F4-E3E8DEE50E3B}" dt="2026-06-10T15:11:54.461" v="7496" actId="478"/>
          <ac:spMkLst>
            <pc:docMk/>
            <pc:sldMk cId="2155544596" sldId="355"/>
            <ac:spMk id="3" creationId="{A515B96C-B84C-A1D2-A1DB-BE71CBD37A89}"/>
          </ac:spMkLst>
        </pc:spChg>
        <pc:spChg chg="add mod">
          <ac:chgData name="SANTIAGO JOSE VARGAS HIGUERA" userId="cd16db47-34ca-4200-94d3-30eac36bc42d" providerId="ADAL" clId="{754FF2CA-D265-42E2-B8F4-E3E8DEE50E3B}" dt="2026-06-10T15:54:25.279" v="8011" actId="1076"/>
          <ac:spMkLst>
            <pc:docMk/>
            <pc:sldMk cId="2155544596" sldId="355"/>
            <ac:spMk id="12" creationId="{55A0C586-FA5D-2C4A-7248-8BB0BAAAC354}"/>
          </ac:spMkLst>
        </pc:spChg>
        <pc:spChg chg="add mod">
          <ac:chgData name="SANTIAGO JOSE VARGAS HIGUERA" userId="cd16db47-34ca-4200-94d3-30eac36bc42d" providerId="ADAL" clId="{754FF2CA-D265-42E2-B8F4-E3E8DEE50E3B}" dt="2026-06-10T17:07:23.362" v="8807"/>
          <ac:spMkLst>
            <pc:docMk/>
            <pc:sldMk cId="2155544596" sldId="355"/>
            <ac:spMk id="13" creationId="{6BF7CFDF-682A-628F-439D-341B70C082CE}"/>
          </ac:spMkLst>
        </pc:spChg>
        <pc:spChg chg="add mod">
          <ac:chgData name="SANTIAGO JOSE VARGAS HIGUERA" userId="cd16db47-34ca-4200-94d3-30eac36bc42d" providerId="ADAL" clId="{754FF2CA-D265-42E2-B8F4-E3E8DEE50E3B}" dt="2026-06-10T15:44:46.906" v="7768" actId="113"/>
          <ac:spMkLst>
            <pc:docMk/>
            <pc:sldMk cId="2155544596" sldId="355"/>
            <ac:spMk id="14" creationId="{8D3D2E0D-33B6-A2D0-8B3E-C9CB13AED275}"/>
          </ac:spMkLst>
        </pc:spChg>
        <pc:spChg chg="add mod">
          <ac:chgData name="SANTIAGO JOSE VARGAS HIGUERA" userId="cd16db47-34ca-4200-94d3-30eac36bc42d" providerId="ADAL" clId="{754FF2CA-D265-42E2-B8F4-E3E8DEE50E3B}" dt="2026-06-10T15:54:25.279" v="8011" actId="1076"/>
          <ac:spMkLst>
            <pc:docMk/>
            <pc:sldMk cId="2155544596" sldId="355"/>
            <ac:spMk id="15" creationId="{29E38CDD-0DC2-C18B-A6FC-41AEEDA2B7B3}"/>
          </ac:spMkLst>
        </pc:spChg>
        <pc:spChg chg="add mod">
          <ac:chgData name="SANTIAGO JOSE VARGAS HIGUERA" userId="cd16db47-34ca-4200-94d3-30eac36bc42d" providerId="ADAL" clId="{754FF2CA-D265-42E2-B8F4-E3E8DEE50E3B}" dt="2026-06-10T15:54:25.279" v="8011" actId="1076"/>
          <ac:spMkLst>
            <pc:docMk/>
            <pc:sldMk cId="2155544596" sldId="355"/>
            <ac:spMk id="16" creationId="{0A0E64D2-69F7-E91A-0847-C976588F532F}"/>
          </ac:spMkLst>
        </pc:spChg>
        <pc:spChg chg="add mod">
          <ac:chgData name="SANTIAGO JOSE VARGAS HIGUERA" userId="cd16db47-34ca-4200-94d3-30eac36bc42d" providerId="ADAL" clId="{754FF2CA-D265-42E2-B8F4-E3E8DEE50E3B}" dt="2026-06-10T15:54:25.279" v="8011" actId="1076"/>
          <ac:spMkLst>
            <pc:docMk/>
            <pc:sldMk cId="2155544596" sldId="355"/>
            <ac:spMk id="17" creationId="{3689AAE6-C0FA-BCA3-6C9B-94751E079BD7}"/>
          </ac:spMkLst>
        </pc:spChg>
        <pc:spChg chg="add mod">
          <ac:chgData name="SANTIAGO JOSE VARGAS HIGUERA" userId="cd16db47-34ca-4200-94d3-30eac36bc42d" providerId="ADAL" clId="{754FF2CA-D265-42E2-B8F4-E3E8DEE50E3B}" dt="2026-06-10T15:54:45.075" v="8014" actId="1076"/>
          <ac:spMkLst>
            <pc:docMk/>
            <pc:sldMk cId="2155544596" sldId="355"/>
            <ac:spMk id="18" creationId="{085ACEA6-9B6D-68AD-59E3-888F1AE8591A}"/>
          </ac:spMkLst>
        </pc:spChg>
        <pc:spChg chg="add mod">
          <ac:chgData name="SANTIAGO JOSE VARGAS HIGUERA" userId="cd16db47-34ca-4200-94d3-30eac36bc42d" providerId="ADAL" clId="{754FF2CA-D265-42E2-B8F4-E3E8DEE50E3B}" dt="2026-06-10T15:54:25.279" v="8011" actId="1076"/>
          <ac:spMkLst>
            <pc:docMk/>
            <pc:sldMk cId="2155544596" sldId="355"/>
            <ac:spMk id="19" creationId="{754515AB-97F7-D207-BC53-C18B58748E16}"/>
          </ac:spMkLst>
        </pc:spChg>
        <pc:spChg chg="add mod">
          <ac:chgData name="SANTIAGO JOSE VARGAS HIGUERA" userId="cd16db47-34ca-4200-94d3-30eac36bc42d" providerId="ADAL" clId="{754FF2CA-D265-42E2-B8F4-E3E8DEE50E3B}" dt="2026-06-10T15:54:25.279" v="8011" actId="1076"/>
          <ac:spMkLst>
            <pc:docMk/>
            <pc:sldMk cId="2155544596" sldId="355"/>
            <ac:spMk id="20" creationId="{935E4CED-CCA3-2494-673D-096DD2D4C719}"/>
          </ac:spMkLst>
        </pc:spChg>
        <pc:spChg chg="add mod">
          <ac:chgData name="SANTIAGO JOSE VARGAS HIGUERA" userId="cd16db47-34ca-4200-94d3-30eac36bc42d" providerId="ADAL" clId="{754FF2CA-D265-42E2-B8F4-E3E8DEE50E3B}" dt="2026-06-10T15:55:28.474" v="8020" actId="14100"/>
          <ac:spMkLst>
            <pc:docMk/>
            <pc:sldMk cId="2155544596" sldId="355"/>
            <ac:spMk id="21" creationId="{6F2D7F14-77D6-ADA0-55F8-3B896B463501}"/>
          </ac:spMkLst>
        </pc:spChg>
        <pc:picChg chg="add del mod">
          <ac:chgData name="SANTIAGO JOSE VARGAS HIGUERA" userId="cd16db47-34ca-4200-94d3-30eac36bc42d" providerId="ADAL" clId="{754FF2CA-D265-42E2-B8F4-E3E8DEE50E3B}" dt="2026-06-10T15:15:34.984" v="7523" actId="478"/>
          <ac:picMkLst>
            <pc:docMk/>
            <pc:sldMk cId="2155544596" sldId="355"/>
            <ac:picMk id="5" creationId="{9EEC9848-53F0-0CAE-E8C9-4DF94E8BBD82}"/>
          </ac:picMkLst>
        </pc:picChg>
        <pc:picChg chg="add del">
          <ac:chgData name="SANTIAGO JOSE VARGAS HIGUERA" userId="cd16db47-34ca-4200-94d3-30eac36bc42d" providerId="ADAL" clId="{754FF2CA-D265-42E2-B8F4-E3E8DEE50E3B}" dt="2026-06-10T15:12:39.463" v="7503" actId="22"/>
          <ac:picMkLst>
            <pc:docMk/>
            <pc:sldMk cId="2155544596" sldId="355"/>
            <ac:picMk id="7" creationId="{F50E89B5-E757-E9AB-515B-AE11E60FED73}"/>
          </ac:picMkLst>
        </pc:picChg>
        <pc:picChg chg="add mod">
          <ac:chgData name="SANTIAGO JOSE VARGAS HIGUERA" userId="cd16db47-34ca-4200-94d3-30eac36bc42d" providerId="ADAL" clId="{754FF2CA-D265-42E2-B8F4-E3E8DEE50E3B}" dt="2026-06-10T15:54:25.279" v="8011" actId="1076"/>
          <ac:picMkLst>
            <pc:docMk/>
            <pc:sldMk cId="2155544596" sldId="355"/>
            <ac:picMk id="9" creationId="{27DB7291-324E-1B31-732A-4D330C134331}"/>
          </ac:picMkLst>
        </pc:picChg>
        <pc:picChg chg="add mod">
          <ac:chgData name="SANTIAGO JOSE VARGAS HIGUERA" userId="cd16db47-34ca-4200-94d3-30eac36bc42d" providerId="ADAL" clId="{754FF2CA-D265-42E2-B8F4-E3E8DEE50E3B}" dt="2026-06-10T17:06:16.072" v="8797" actId="1076"/>
          <ac:picMkLst>
            <pc:docMk/>
            <pc:sldMk cId="2155544596" sldId="355"/>
            <ac:picMk id="11" creationId="{ED11335E-8DAE-592E-A6D8-C34C5816B565}"/>
          </ac:picMkLst>
        </pc:picChg>
        <pc:picChg chg="add mod">
          <ac:chgData name="SANTIAGO JOSE VARGAS HIGUERA" userId="cd16db47-34ca-4200-94d3-30eac36bc42d" providerId="ADAL" clId="{754FF2CA-D265-42E2-B8F4-E3E8DEE50E3B}" dt="2026-06-10T17:06:57.794" v="8804" actId="1076"/>
          <ac:picMkLst>
            <pc:docMk/>
            <pc:sldMk cId="2155544596" sldId="355"/>
            <ac:picMk id="2050" creationId="{C2D894CF-FE50-37DE-E126-6C22F9C398B8}"/>
          </ac:picMkLst>
        </pc:picChg>
        <pc:cxnChg chg="add del mod">
          <ac:chgData name="SANTIAGO JOSE VARGAS HIGUERA" userId="cd16db47-34ca-4200-94d3-30eac36bc42d" providerId="ADAL" clId="{754FF2CA-D265-42E2-B8F4-E3E8DEE50E3B}" dt="2026-06-10T15:54:45.636" v="8015" actId="11529"/>
          <ac:cxnSpMkLst>
            <pc:docMk/>
            <pc:sldMk cId="2155544596" sldId="355"/>
            <ac:cxnSpMk id="23" creationId="{98528D39-8D2B-A506-9C82-249BA3AAD9CD}"/>
          </ac:cxnSpMkLst>
        </pc:cxnChg>
        <pc:cxnChg chg="add">
          <ac:chgData name="SANTIAGO JOSE VARGAS HIGUERA" userId="cd16db47-34ca-4200-94d3-30eac36bc42d" providerId="ADAL" clId="{754FF2CA-D265-42E2-B8F4-E3E8DEE50E3B}" dt="2026-06-10T15:54:58.646" v="8016" actId="11529"/>
          <ac:cxnSpMkLst>
            <pc:docMk/>
            <pc:sldMk cId="2155544596" sldId="355"/>
            <ac:cxnSpMk id="26" creationId="{BA3AA2AA-6244-C6BA-9361-2B06C6B57795}"/>
          </ac:cxnSpMkLst>
        </pc:cxnChg>
        <pc:cxnChg chg="add">
          <ac:chgData name="SANTIAGO JOSE VARGAS HIGUERA" userId="cd16db47-34ca-4200-94d3-30eac36bc42d" providerId="ADAL" clId="{754FF2CA-D265-42E2-B8F4-E3E8DEE50E3B}" dt="2026-06-10T15:55:09.600" v="8017" actId="11529"/>
          <ac:cxnSpMkLst>
            <pc:docMk/>
            <pc:sldMk cId="2155544596" sldId="355"/>
            <ac:cxnSpMk id="28" creationId="{326FD2F7-8EFD-4E82-71C4-9A09A78FF53F}"/>
          </ac:cxnSpMkLst>
        </pc:cxnChg>
        <pc:cxnChg chg="add">
          <ac:chgData name="SANTIAGO JOSE VARGAS HIGUERA" userId="cd16db47-34ca-4200-94d3-30eac36bc42d" providerId="ADAL" clId="{754FF2CA-D265-42E2-B8F4-E3E8DEE50E3B}" dt="2026-06-10T15:55:20.425" v="8018" actId="11529"/>
          <ac:cxnSpMkLst>
            <pc:docMk/>
            <pc:sldMk cId="2155544596" sldId="355"/>
            <ac:cxnSpMk id="30" creationId="{54A4C68D-6078-C202-B6BB-DE38EF4887E8}"/>
          </ac:cxnSpMkLst>
        </pc:cxnChg>
      </pc:sldChg>
      <pc:sldChg chg="addSp delSp modSp new mod">
        <pc:chgData name="SANTIAGO JOSE VARGAS HIGUERA" userId="cd16db47-34ca-4200-94d3-30eac36bc42d" providerId="ADAL" clId="{754FF2CA-D265-42E2-B8F4-E3E8DEE50E3B}" dt="2026-06-10T15:44:58.720" v="7788" actId="20577"/>
        <pc:sldMkLst>
          <pc:docMk/>
          <pc:sldMk cId="1867185078" sldId="356"/>
        </pc:sldMkLst>
        <pc:spChg chg="del">
          <ac:chgData name="SANTIAGO JOSE VARGAS HIGUERA" userId="cd16db47-34ca-4200-94d3-30eac36bc42d" providerId="ADAL" clId="{754FF2CA-D265-42E2-B8F4-E3E8DEE50E3B}" dt="2026-06-10T15:12:44.740" v="7505" actId="478"/>
          <ac:spMkLst>
            <pc:docMk/>
            <pc:sldMk cId="1867185078" sldId="356"/>
            <ac:spMk id="2" creationId="{286D1465-4714-5720-B780-514AC877FA12}"/>
          </ac:spMkLst>
        </pc:spChg>
        <pc:spChg chg="del">
          <ac:chgData name="SANTIAGO JOSE VARGAS HIGUERA" userId="cd16db47-34ca-4200-94d3-30eac36bc42d" providerId="ADAL" clId="{754FF2CA-D265-42E2-B8F4-E3E8DEE50E3B}" dt="2026-06-10T15:12:44.740" v="7505" actId="478"/>
          <ac:spMkLst>
            <pc:docMk/>
            <pc:sldMk cId="1867185078" sldId="356"/>
            <ac:spMk id="3" creationId="{1A7EAD0A-6BCE-98B2-F703-0D096CB39E35}"/>
          </ac:spMkLst>
        </pc:spChg>
        <pc:spChg chg="add mod">
          <ac:chgData name="SANTIAGO JOSE VARGAS HIGUERA" userId="cd16db47-34ca-4200-94d3-30eac36bc42d" providerId="ADAL" clId="{754FF2CA-D265-42E2-B8F4-E3E8DEE50E3B}" dt="2026-06-10T15:43:48.127" v="7749"/>
          <ac:spMkLst>
            <pc:docMk/>
            <pc:sldMk cId="1867185078" sldId="356"/>
            <ac:spMk id="10" creationId="{05580347-13CF-EB36-142E-8BB31DAF6FB2}"/>
          </ac:spMkLst>
        </pc:spChg>
        <pc:spChg chg="add mod">
          <ac:chgData name="SANTIAGO JOSE VARGAS HIGUERA" userId="cd16db47-34ca-4200-94d3-30eac36bc42d" providerId="ADAL" clId="{754FF2CA-D265-42E2-B8F4-E3E8DEE50E3B}" dt="2026-06-10T15:44:58.720" v="7788" actId="20577"/>
          <ac:spMkLst>
            <pc:docMk/>
            <pc:sldMk cId="1867185078" sldId="356"/>
            <ac:spMk id="11" creationId="{8A47DF56-BA78-ECC6-0841-34A0E36406BA}"/>
          </ac:spMkLst>
        </pc:spChg>
        <pc:picChg chg="add mod">
          <ac:chgData name="SANTIAGO JOSE VARGAS HIGUERA" userId="cd16db47-34ca-4200-94d3-30eac36bc42d" providerId="ADAL" clId="{754FF2CA-D265-42E2-B8F4-E3E8DEE50E3B}" dt="2026-06-10T15:13:21.941" v="7517" actId="1076"/>
          <ac:picMkLst>
            <pc:docMk/>
            <pc:sldMk cId="1867185078" sldId="356"/>
            <ac:picMk id="5" creationId="{AA2039A2-4B63-F060-2AAF-A0982106B28B}"/>
          </ac:picMkLst>
        </pc:picChg>
        <pc:picChg chg="add mod">
          <ac:chgData name="SANTIAGO JOSE VARGAS HIGUERA" userId="cd16db47-34ca-4200-94d3-30eac36bc42d" providerId="ADAL" clId="{754FF2CA-D265-42E2-B8F4-E3E8DEE50E3B}" dt="2026-06-10T15:17:17.307" v="7536" actId="1076"/>
          <ac:picMkLst>
            <pc:docMk/>
            <pc:sldMk cId="1867185078" sldId="356"/>
            <ac:picMk id="7" creationId="{7FB970C5-04D5-16D0-DB52-43139E675234}"/>
          </ac:picMkLst>
        </pc:picChg>
        <pc:picChg chg="add del mod">
          <ac:chgData name="SANTIAGO JOSE VARGAS HIGUERA" userId="cd16db47-34ca-4200-94d3-30eac36bc42d" providerId="ADAL" clId="{754FF2CA-D265-42E2-B8F4-E3E8DEE50E3B}" dt="2026-06-10T15:17:24.227" v="7542" actId="22"/>
          <ac:picMkLst>
            <pc:docMk/>
            <pc:sldMk cId="1867185078" sldId="356"/>
            <ac:picMk id="9" creationId="{80D5220A-5C6B-CC19-B305-FFFFC952B93C}"/>
          </ac:picMkLst>
        </pc:picChg>
      </pc:sldChg>
      <pc:sldChg chg="addSp delSp modSp new mod">
        <pc:chgData name="SANTIAGO JOSE VARGAS HIGUERA" userId="cd16db47-34ca-4200-94d3-30eac36bc42d" providerId="ADAL" clId="{754FF2CA-D265-42E2-B8F4-E3E8DEE50E3B}" dt="2026-06-10T15:45:16.625" v="7818" actId="20577"/>
        <pc:sldMkLst>
          <pc:docMk/>
          <pc:sldMk cId="521313166" sldId="357"/>
        </pc:sldMkLst>
        <pc:spChg chg="del">
          <ac:chgData name="SANTIAGO JOSE VARGAS HIGUERA" userId="cd16db47-34ca-4200-94d3-30eac36bc42d" providerId="ADAL" clId="{754FF2CA-D265-42E2-B8F4-E3E8DEE50E3B}" dt="2026-06-10T15:17:28.657" v="7544" actId="478"/>
          <ac:spMkLst>
            <pc:docMk/>
            <pc:sldMk cId="521313166" sldId="357"/>
            <ac:spMk id="2" creationId="{7DF22005-F28A-D99E-5F8F-11C789F0376C}"/>
          </ac:spMkLst>
        </pc:spChg>
        <pc:spChg chg="del">
          <ac:chgData name="SANTIAGO JOSE VARGAS HIGUERA" userId="cd16db47-34ca-4200-94d3-30eac36bc42d" providerId="ADAL" clId="{754FF2CA-D265-42E2-B8F4-E3E8DEE50E3B}" dt="2026-06-10T15:17:28.657" v="7544" actId="478"/>
          <ac:spMkLst>
            <pc:docMk/>
            <pc:sldMk cId="521313166" sldId="357"/>
            <ac:spMk id="3" creationId="{4ABDA9F3-1820-9B18-4B3F-6598D7DEEBB3}"/>
          </ac:spMkLst>
        </pc:spChg>
        <pc:spChg chg="add mod">
          <ac:chgData name="SANTIAGO JOSE VARGAS HIGUERA" userId="cd16db47-34ca-4200-94d3-30eac36bc42d" providerId="ADAL" clId="{754FF2CA-D265-42E2-B8F4-E3E8DEE50E3B}" dt="2026-06-10T15:43:49.190" v="7750"/>
          <ac:spMkLst>
            <pc:docMk/>
            <pc:sldMk cId="521313166" sldId="357"/>
            <ac:spMk id="6" creationId="{8C5E4CC7-2F6F-A9FD-4ECE-335D10BFA1D0}"/>
          </ac:spMkLst>
        </pc:spChg>
        <pc:spChg chg="add mod">
          <ac:chgData name="SANTIAGO JOSE VARGAS HIGUERA" userId="cd16db47-34ca-4200-94d3-30eac36bc42d" providerId="ADAL" clId="{754FF2CA-D265-42E2-B8F4-E3E8DEE50E3B}" dt="2026-06-10T15:45:16.625" v="7818" actId="20577"/>
          <ac:spMkLst>
            <pc:docMk/>
            <pc:sldMk cId="521313166" sldId="357"/>
            <ac:spMk id="7" creationId="{F0F5D5BF-394A-98C8-9AD1-1C583BF19A71}"/>
          </ac:spMkLst>
        </pc:spChg>
        <pc:picChg chg="add mod">
          <ac:chgData name="SANTIAGO JOSE VARGAS HIGUERA" userId="cd16db47-34ca-4200-94d3-30eac36bc42d" providerId="ADAL" clId="{754FF2CA-D265-42E2-B8F4-E3E8DEE50E3B}" dt="2026-06-10T15:17:30.867" v="7546" actId="1076"/>
          <ac:picMkLst>
            <pc:docMk/>
            <pc:sldMk cId="521313166" sldId="357"/>
            <ac:picMk id="5" creationId="{D33C3904-8B0B-3EE8-FFE9-975FFFA2E07C}"/>
          </ac:picMkLst>
        </pc:picChg>
      </pc:sldChg>
      <pc:sldChg chg="modSp del mod">
        <pc:chgData name="SANTIAGO JOSE VARGAS HIGUERA" userId="cd16db47-34ca-4200-94d3-30eac36bc42d" providerId="ADAL" clId="{754FF2CA-D265-42E2-B8F4-E3E8DEE50E3B}" dt="2026-06-10T13:52:54.154" v="5880" actId="47"/>
        <pc:sldMkLst>
          <pc:docMk/>
          <pc:sldMk cId="3464427770" sldId="357"/>
        </pc:sldMkLst>
      </pc:sldChg>
      <pc:sldChg chg="add">
        <pc:chgData name="SANTIAGO JOSE VARGAS HIGUERA" userId="cd16db47-34ca-4200-94d3-30eac36bc42d" providerId="ADAL" clId="{754FF2CA-D265-42E2-B8F4-E3E8DEE50E3B}" dt="2026-06-10T15:42:40.910" v="7739"/>
        <pc:sldMkLst>
          <pc:docMk/>
          <pc:sldMk cId="172710493" sldId="358"/>
        </pc:sldMkLst>
      </pc:sldChg>
      <pc:sldChg chg="addSp delSp modSp del mod">
        <pc:chgData name="SANTIAGO JOSE VARGAS HIGUERA" userId="cd16db47-34ca-4200-94d3-30eac36bc42d" providerId="ADAL" clId="{754FF2CA-D265-42E2-B8F4-E3E8DEE50E3B}" dt="2026-06-10T13:52:54.092" v="5878" actId="47"/>
        <pc:sldMkLst>
          <pc:docMk/>
          <pc:sldMk cId="1029631313" sldId="358"/>
        </pc:sldMkLst>
      </pc:sldChg>
      <pc:sldChg chg="modSp add mod">
        <pc:chgData name="SANTIAGO JOSE VARGAS HIGUERA" userId="cd16db47-34ca-4200-94d3-30eac36bc42d" providerId="ADAL" clId="{754FF2CA-D265-42E2-B8F4-E3E8DEE50E3B}" dt="2026-06-10T16:00:48.506" v="8113" actId="20577"/>
        <pc:sldMkLst>
          <pc:docMk/>
          <pc:sldMk cId="882058021" sldId="359"/>
        </pc:sldMkLst>
        <pc:spChg chg="mod">
          <ac:chgData name="SANTIAGO JOSE VARGAS HIGUERA" userId="cd16db47-34ca-4200-94d3-30eac36bc42d" providerId="ADAL" clId="{754FF2CA-D265-42E2-B8F4-E3E8DEE50E3B}" dt="2026-06-10T15:57:29.903" v="8070" actId="20577"/>
          <ac:spMkLst>
            <pc:docMk/>
            <pc:sldMk cId="882058021" sldId="359"/>
            <ac:spMk id="2" creationId="{3E61EDBA-D288-BAE9-B10D-B133399D6482}"/>
          </ac:spMkLst>
        </pc:spChg>
        <pc:graphicFrameChg chg="mod modGraphic">
          <ac:chgData name="SANTIAGO JOSE VARGAS HIGUERA" userId="cd16db47-34ca-4200-94d3-30eac36bc42d" providerId="ADAL" clId="{754FF2CA-D265-42E2-B8F4-E3E8DEE50E3B}" dt="2026-06-10T16:00:48.506" v="8113" actId="20577"/>
          <ac:graphicFrameMkLst>
            <pc:docMk/>
            <pc:sldMk cId="882058021" sldId="359"/>
            <ac:graphicFrameMk id="3" creationId="{DA69CA11-F7CB-B5F6-A144-5BFD7F15BBE0}"/>
          </ac:graphicFrameMkLst>
        </pc:graphicFrameChg>
      </pc:sldChg>
      <pc:sldChg chg="del">
        <pc:chgData name="SANTIAGO JOSE VARGAS HIGUERA" userId="cd16db47-34ca-4200-94d3-30eac36bc42d" providerId="ADAL" clId="{754FF2CA-D265-42E2-B8F4-E3E8DEE50E3B}" dt="2026-06-10T13:52:52.710" v="5870" actId="47"/>
        <pc:sldMkLst>
          <pc:docMk/>
          <pc:sldMk cId="4209476611" sldId="359"/>
        </pc:sldMkLst>
      </pc:sldChg>
      <pc:sldChg chg="modSp add mod">
        <pc:chgData name="SANTIAGO JOSE VARGAS HIGUERA" userId="cd16db47-34ca-4200-94d3-30eac36bc42d" providerId="ADAL" clId="{754FF2CA-D265-42E2-B8F4-E3E8DEE50E3B}" dt="2026-06-10T16:01:30.975" v="8130" actId="20577"/>
        <pc:sldMkLst>
          <pc:docMk/>
          <pc:sldMk cId="769647192" sldId="360"/>
        </pc:sldMkLst>
        <pc:graphicFrameChg chg="modGraphic">
          <ac:chgData name="SANTIAGO JOSE VARGAS HIGUERA" userId="cd16db47-34ca-4200-94d3-30eac36bc42d" providerId="ADAL" clId="{754FF2CA-D265-42E2-B8F4-E3E8DEE50E3B}" dt="2026-06-10T16:01:30.975" v="8130" actId="20577"/>
          <ac:graphicFrameMkLst>
            <pc:docMk/>
            <pc:sldMk cId="769647192" sldId="360"/>
            <ac:graphicFrameMk id="3" creationId="{97C53C7A-F46F-53B6-44EE-9EEF9EFAB6D6}"/>
          </ac:graphicFrameMkLst>
        </pc:graphicFrameChg>
      </pc:sldChg>
      <pc:sldChg chg="add del">
        <pc:chgData name="SANTIAGO JOSE VARGAS HIGUERA" userId="cd16db47-34ca-4200-94d3-30eac36bc42d" providerId="ADAL" clId="{754FF2CA-D265-42E2-B8F4-E3E8DEE50E3B}" dt="2026-06-10T15:56:48.667" v="8023"/>
        <pc:sldMkLst>
          <pc:docMk/>
          <pc:sldMk cId="4053968676" sldId="360"/>
        </pc:sldMkLst>
      </pc:sldChg>
      <pc:sldChg chg="new del">
        <pc:chgData name="SANTIAGO JOSE VARGAS HIGUERA" userId="cd16db47-34ca-4200-94d3-30eac36bc42d" providerId="ADAL" clId="{754FF2CA-D265-42E2-B8F4-E3E8DEE50E3B}" dt="2026-06-10T18:57:49.883" v="9079" actId="47"/>
        <pc:sldMkLst>
          <pc:docMk/>
          <pc:sldMk cId="4243415044" sldId="361"/>
        </pc:sldMkLst>
      </pc:sldChg>
      <pc:sldChg chg="addSp modSp add del mod">
        <pc:chgData name="SANTIAGO JOSE VARGAS HIGUERA" userId="cd16db47-34ca-4200-94d3-30eac36bc42d" providerId="ADAL" clId="{754FF2CA-D265-42E2-B8F4-E3E8DEE50E3B}" dt="2026-06-10T13:52:54.030" v="5876" actId="47"/>
        <pc:sldMkLst>
          <pc:docMk/>
          <pc:sldMk cId="1726676432" sldId="362"/>
        </pc:sldMkLst>
      </pc:sldChg>
      <pc:sldChg chg="addSp delSp modSp add mod">
        <pc:chgData name="SANTIAGO JOSE VARGAS HIGUERA" userId="cd16db47-34ca-4200-94d3-30eac36bc42d" providerId="ADAL" clId="{754FF2CA-D265-42E2-B8F4-E3E8DEE50E3B}" dt="2026-06-10T19:01:34.042" v="9099"/>
        <pc:sldMkLst>
          <pc:docMk/>
          <pc:sldMk cId="2763022091" sldId="362"/>
        </pc:sldMkLst>
        <pc:graphicFrameChg chg="del">
          <ac:chgData name="SANTIAGO JOSE VARGAS HIGUERA" userId="cd16db47-34ca-4200-94d3-30eac36bc42d" providerId="ADAL" clId="{754FF2CA-D265-42E2-B8F4-E3E8DEE50E3B}" dt="2026-06-10T17:18:24.502" v="8826" actId="478"/>
          <ac:graphicFrameMkLst>
            <pc:docMk/>
            <pc:sldMk cId="2763022091" sldId="362"/>
            <ac:graphicFrameMk id="3" creationId="{60CBFF2C-2E5C-5747-7A92-43AC1B420593}"/>
          </ac:graphicFrameMkLst>
        </pc:graphicFrameChg>
        <pc:graphicFrameChg chg="add mod">
          <ac:chgData name="SANTIAGO JOSE VARGAS HIGUERA" userId="cd16db47-34ca-4200-94d3-30eac36bc42d" providerId="ADAL" clId="{754FF2CA-D265-42E2-B8F4-E3E8DEE50E3B}" dt="2026-06-10T19:01:34.042" v="9099"/>
          <ac:graphicFrameMkLst>
            <pc:docMk/>
            <pc:sldMk cId="2763022091" sldId="362"/>
            <ac:graphicFrameMk id="4" creationId="{00000000-0008-0000-0200-000002000000}"/>
          </ac:graphicFrameMkLst>
        </pc:graphicFrameChg>
      </pc:sldChg>
      <pc:sldChg chg="addSp delSp modSp add mod">
        <pc:chgData name="SANTIAGO JOSE VARGAS HIGUERA" userId="cd16db47-34ca-4200-94d3-30eac36bc42d" providerId="ADAL" clId="{754FF2CA-D265-42E2-B8F4-E3E8DEE50E3B}" dt="2026-06-10T19:01:25.847" v="9097"/>
        <pc:sldMkLst>
          <pc:docMk/>
          <pc:sldMk cId="350436709" sldId="363"/>
        </pc:sldMkLst>
        <pc:graphicFrameChg chg="del">
          <ac:chgData name="SANTIAGO JOSE VARGAS HIGUERA" userId="cd16db47-34ca-4200-94d3-30eac36bc42d" providerId="ADAL" clId="{754FF2CA-D265-42E2-B8F4-E3E8DEE50E3B}" dt="2026-06-10T17:18:18.714" v="8822" actId="478"/>
          <ac:graphicFrameMkLst>
            <pc:docMk/>
            <pc:sldMk cId="350436709" sldId="363"/>
            <ac:graphicFrameMk id="3" creationId="{CA5FECF6-4727-37D9-0154-072115F40BD3}"/>
          </ac:graphicFrameMkLst>
        </pc:graphicFrameChg>
        <pc:graphicFrameChg chg="add mod">
          <ac:chgData name="SANTIAGO JOSE VARGAS HIGUERA" userId="cd16db47-34ca-4200-94d3-30eac36bc42d" providerId="ADAL" clId="{754FF2CA-D265-42E2-B8F4-E3E8DEE50E3B}" dt="2026-06-10T19:01:25.847" v="9097"/>
          <ac:graphicFrameMkLst>
            <pc:docMk/>
            <pc:sldMk cId="350436709" sldId="363"/>
            <ac:graphicFrameMk id="4" creationId="{00000000-0008-0000-0200-000002000000}"/>
          </ac:graphicFrameMkLst>
        </pc:graphicFrameChg>
      </pc:sldChg>
      <pc:sldChg chg="addSp delSp modSp add del mod">
        <pc:chgData name="SANTIAGO JOSE VARGAS HIGUERA" userId="cd16db47-34ca-4200-94d3-30eac36bc42d" providerId="ADAL" clId="{754FF2CA-D265-42E2-B8F4-E3E8DEE50E3B}" dt="2026-06-10T13:52:54.132" v="5879" actId="47"/>
        <pc:sldMkLst>
          <pc:docMk/>
          <pc:sldMk cId="1460103040" sldId="363"/>
        </pc:sldMkLst>
      </pc:sldChg>
      <pc:sldChg chg="addSp delSp modSp add del mod">
        <pc:chgData name="SANTIAGO JOSE VARGAS HIGUERA" userId="cd16db47-34ca-4200-94d3-30eac36bc42d" providerId="ADAL" clId="{754FF2CA-D265-42E2-B8F4-E3E8DEE50E3B}" dt="2026-06-10T13:52:53.026" v="5872" actId="47"/>
        <pc:sldMkLst>
          <pc:docMk/>
          <pc:sldMk cId="1455657600" sldId="364"/>
        </pc:sldMkLst>
      </pc:sldChg>
      <pc:sldChg chg="addSp delSp modSp add mod modShow">
        <pc:chgData name="SANTIAGO JOSE VARGAS HIGUERA" userId="cd16db47-34ca-4200-94d3-30eac36bc42d" providerId="ADAL" clId="{754FF2CA-D265-42E2-B8F4-E3E8DEE50E3B}" dt="2026-06-10T19:11:10.865" v="9108" actId="729"/>
        <pc:sldMkLst>
          <pc:docMk/>
          <pc:sldMk cId="3484587727" sldId="364"/>
        </pc:sldMkLst>
        <pc:graphicFrameChg chg="add mod">
          <ac:chgData name="SANTIAGO JOSE VARGAS HIGUERA" userId="cd16db47-34ca-4200-94d3-30eac36bc42d" providerId="ADAL" clId="{754FF2CA-D265-42E2-B8F4-E3E8DEE50E3B}" dt="2026-06-10T19:06:06.411" v="9107" actId="1076"/>
          <ac:graphicFrameMkLst>
            <pc:docMk/>
            <pc:sldMk cId="3484587727" sldId="364"/>
            <ac:graphicFrameMk id="3" creationId="{D6501CDF-E1B7-6934-3663-B3A159E8C7C1}"/>
          </ac:graphicFrameMkLst>
        </pc:graphicFrameChg>
        <pc:graphicFrameChg chg="del">
          <ac:chgData name="SANTIAGO JOSE VARGAS HIGUERA" userId="cd16db47-34ca-4200-94d3-30eac36bc42d" providerId="ADAL" clId="{754FF2CA-D265-42E2-B8F4-E3E8DEE50E3B}" dt="2026-06-10T19:05:54.426" v="9105" actId="478"/>
          <ac:graphicFrameMkLst>
            <pc:docMk/>
            <pc:sldMk cId="3484587727" sldId="364"/>
            <ac:graphicFrameMk id="4" creationId="{F09E7391-62DF-9689-6D67-52C9FB915367}"/>
          </ac:graphicFrameMkLst>
        </pc:graphicFrameChg>
      </pc:sldChg>
      <pc:sldMasterChg chg="addSldLayout delSldLayout">
        <pc:chgData name="SANTIAGO JOSE VARGAS HIGUERA" userId="cd16db47-34ca-4200-94d3-30eac36bc42d" providerId="ADAL" clId="{754FF2CA-D265-42E2-B8F4-E3E8DEE50E3B}" dt="2026-06-10T13:52:56.310" v="5884" actId="47"/>
        <pc:sldMasterMkLst>
          <pc:docMk/>
          <pc:sldMasterMk cId="0" sldId="2147483648"/>
        </pc:sldMasterMkLst>
        <pc:sldLayoutChg chg="add del">
          <pc:chgData name="SANTIAGO JOSE VARGAS HIGUERA" userId="cd16db47-34ca-4200-94d3-30eac36bc42d" providerId="ADAL" clId="{754FF2CA-D265-42E2-B8F4-E3E8DEE50E3B}" dt="2026-06-10T13:52:55.440" v="5883" actId="47"/>
          <pc:sldLayoutMkLst>
            <pc:docMk/>
            <pc:sldMasterMk cId="0" sldId="2147483648"/>
            <pc:sldLayoutMk cId="0" sldId="2147483649"/>
          </pc:sldLayoutMkLst>
        </pc:sldLayoutChg>
        <pc:sldLayoutChg chg="add del">
          <pc:chgData name="SANTIAGO JOSE VARGAS HIGUERA" userId="cd16db47-34ca-4200-94d3-30eac36bc42d" providerId="ADAL" clId="{754FF2CA-D265-42E2-B8F4-E3E8DEE50E3B}" dt="2026-06-10T13:52:56.310" v="5884" actId="47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  <pc:docChgLst>
    <pc:chgData name="SANTIAGO ARCILA GOMEZ" userId="S::daniel.arcila@udea.edu.co::05e06414-00ae-4fd6-88fa-f4b297611ab2" providerId="AD" clId="Web-{D6A39BB7-BAA4-8636-D7AC-A6D40BCAB65A}"/>
    <pc:docChg chg="modSld">
      <pc:chgData name="SANTIAGO ARCILA GOMEZ" userId="S::daniel.arcila@udea.edu.co::05e06414-00ae-4fd6-88fa-f4b297611ab2" providerId="AD" clId="Web-{D6A39BB7-BAA4-8636-D7AC-A6D40BCAB65A}" dt="2026-06-10T17:31:50.546" v="620" actId="20577"/>
      <pc:docMkLst>
        <pc:docMk/>
      </pc:docMkLst>
      <pc:sldChg chg="modSp">
        <pc:chgData name="SANTIAGO ARCILA GOMEZ" userId="S::daniel.arcila@udea.edu.co::05e06414-00ae-4fd6-88fa-f4b297611ab2" providerId="AD" clId="Web-{D6A39BB7-BAA4-8636-D7AC-A6D40BCAB65A}" dt="2026-06-10T17:31:50.546" v="620" actId="20577"/>
        <pc:sldMkLst>
          <pc:docMk/>
          <pc:sldMk cId="180711764" sldId="350"/>
        </pc:sldMkLst>
        <pc:spChg chg="mod">
          <ac:chgData name="SANTIAGO ARCILA GOMEZ" userId="S::daniel.arcila@udea.edu.co::05e06414-00ae-4fd6-88fa-f4b297611ab2" providerId="AD" clId="Web-{D6A39BB7-BAA4-8636-D7AC-A6D40BCAB65A}" dt="2026-06-10T17:23:12.785" v="18" actId="20577"/>
          <ac:spMkLst>
            <pc:docMk/>
            <pc:sldMk cId="180711764" sldId="350"/>
            <ac:spMk id="2" creationId="{262841FA-8048-9775-007D-567A57FE567E}"/>
          </ac:spMkLst>
        </pc:spChg>
        <pc:spChg chg="mod">
          <ac:chgData name="SANTIAGO ARCILA GOMEZ" userId="S::daniel.arcila@udea.edu.co::05e06414-00ae-4fd6-88fa-f4b297611ab2" providerId="AD" clId="Web-{D6A39BB7-BAA4-8636-D7AC-A6D40BCAB65A}" dt="2026-06-10T17:31:50.546" v="620" actId="20577"/>
          <ac:spMkLst>
            <pc:docMk/>
            <pc:sldMk cId="180711764" sldId="350"/>
            <ac:spMk id="5" creationId="{DD8FC312-A1D0-D079-BE75-962FF3ED7028}"/>
          </ac:spMkLst>
        </pc:spChg>
      </pc:sldChg>
    </pc:docChg>
  </pc:docChgLst>
  <pc:docChgLst>
    <pc:chgData name="Guest User" userId="S::urn:spo:tenantanon#99e1e721-7184-498e-8aff-b2ad4e53c1c2::" providerId="AD" clId="Web-{3C2A7BD7-3EB9-579E-833E-C747B2F87694}"/>
    <pc:docChg chg="modSld">
      <pc:chgData name="Guest User" userId="S::urn:spo:tenantanon#99e1e721-7184-498e-8aff-b2ad4e53c1c2::" providerId="AD" clId="Web-{3C2A7BD7-3EB9-579E-833E-C747B2F87694}" dt="2026-06-10T17:05:41.309" v="16"/>
      <pc:docMkLst>
        <pc:docMk/>
      </pc:docMkLst>
      <pc:sldChg chg="modSp">
        <pc:chgData name="Guest User" userId="S::urn:spo:tenantanon#99e1e721-7184-498e-8aff-b2ad4e53c1c2::" providerId="AD" clId="Web-{3C2A7BD7-3EB9-579E-833E-C747B2F87694}" dt="2026-06-10T17:04:21.963" v="8"/>
        <pc:sldMkLst>
          <pc:docMk/>
          <pc:sldMk cId="691789572" sldId="348"/>
        </pc:sldMkLst>
        <pc:graphicFrameChg chg="mod modGraphic">
          <ac:chgData name="Guest User" userId="S::urn:spo:tenantanon#99e1e721-7184-498e-8aff-b2ad4e53c1c2::" providerId="AD" clId="Web-{3C2A7BD7-3EB9-579E-833E-C747B2F87694}" dt="2026-06-10T17:04:21.963" v="8"/>
          <ac:graphicFrameMkLst>
            <pc:docMk/>
            <pc:sldMk cId="691789572" sldId="348"/>
            <ac:graphicFrameMk id="5" creationId="{2CF20B00-5D86-7169-C020-A6562785149D}"/>
          </ac:graphicFrameMkLst>
        </pc:graphicFrameChg>
      </pc:sldChg>
      <pc:sldChg chg="modSp">
        <pc:chgData name="Guest User" userId="S::urn:spo:tenantanon#99e1e721-7184-498e-8aff-b2ad4e53c1c2::" providerId="AD" clId="Web-{3C2A7BD7-3EB9-579E-833E-C747B2F87694}" dt="2026-06-10T17:05:41.309" v="16"/>
        <pc:sldMkLst>
          <pc:docMk/>
          <pc:sldMk cId="4027505427" sldId="353"/>
        </pc:sldMkLst>
        <pc:graphicFrameChg chg="mod modGraphic">
          <ac:chgData name="Guest User" userId="S::urn:spo:tenantanon#99e1e721-7184-498e-8aff-b2ad4e53c1c2::" providerId="AD" clId="Web-{3C2A7BD7-3EB9-579E-833E-C747B2F87694}" dt="2026-06-10T17:05:41.309" v="16"/>
          <ac:graphicFrameMkLst>
            <pc:docMk/>
            <pc:sldMk cId="4027505427" sldId="353"/>
            <ac:graphicFrameMk id="3" creationId="{0D031C6D-53A0-9FB8-F405-AAB3BEC18C83}"/>
          </ac:graphicFrameMkLst>
        </pc:graphicFrameChg>
      </pc:sldChg>
    </pc:docChg>
  </pc:docChgLst>
  <pc:docChgLst>
    <pc:chgData name="Guest User" userId="S::urn:spo:tenantanon#99e1e721-7184-498e-8aff-b2ad4e53c1c2::" providerId="AD" clId="Web-{D5321781-B650-839F-2DAD-35C8EDAD189D}"/>
    <pc:docChg chg="modSld">
      <pc:chgData name="Guest User" userId="S::urn:spo:tenantanon#99e1e721-7184-498e-8aff-b2ad4e53c1c2::" providerId="AD" clId="Web-{D5321781-B650-839F-2DAD-35C8EDAD189D}" dt="2026-06-10T19:14:39.158" v="77"/>
      <pc:docMkLst>
        <pc:docMk/>
      </pc:docMkLst>
      <pc:sldChg chg="modSp">
        <pc:chgData name="Guest User" userId="S::urn:spo:tenantanon#99e1e721-7184-498e-8aff-b2ad4e53c1c2::" providerId="AD" clId="Web-{D5321781-B650-839F-2DAD-35C8EDAD189D}" dt="2026-06-10T19:13:30.017" v="63"/>
        <pc:sldMkLst>
          <pc:docMk/>
          <pc:sldMk cId="1759203984" sldId="347"/>
        </pc:sldMkLst>
        <pc:graphicFrameChg chg="mod modGraphic">
          <ac:chgData name="Guest User" userId="S::urn:spo:tenantanon#99e1e721-7184-498e-8aff-b2ad4e53c1c2::" providerId="AD" clId="Web-{D5321781-B650-839F-2DAD-35C8EDAD189D}" dt="2026-06-10T19:13:30.017" v="63"/>
          <ac:graphicFrameMkLst>
            <pc:docMk/>
            <pc:sldMk cId="1759203984" sldId="347"/>
            <ac:graphicFrameMk id="3" creationId="{D5570324-7CC6-5A5D-B457-0103A79B8A0A}"/>
          </ac:graphicFrameMkLst>
        </pc:graphicFrameChg>
      </pc:sldChg>
      <pc:sldChg chg="modSp">
        <pc:chgData name="Guest User" userId="S::urn:spo:tenantanon#99e1e721-7184-498e-8aff-b2ad4e53c1c2::" providerId="AD" clId="Web-{D5321781-B650-839F-2DAD-35C8EDAD189D}" dt="2026-06-10T19:11:51.079" v="27"/>
        <pc:sldMkLst>
          <pc:docMk/>
          <pc:sldMk cId="691789572" sldId="348"/>
        </pc:sldMkLst>
        <pc:graphicFrameChg chg="mod modGraphic">
          <ac:chgData name="Guest User" userId="S::urn:spo:tenantanon#99e1e721-7184-498e-8aff-b2ad4e53c1c2::" providerId="AD" clId="Web-{D5321781-B650-839F-2DAD-35C8EDAD189D}" dt="2026-06-10T19:11:51.079" v="27"/>
          <ac:graphicFrameMkLst>
            <pc:docMk/>
            <pc:sldMk cId="691789572" sldId="348"/>
            <ac:graphicFrameMk id="5" creationId="{2CF20B00-5D86-7169-C020-A6562785149D}"/>
          </ac:graphicFrameMkLst>
        </pc:graphicFrameChg>
      </pc:sldChg>
      <pc:sldChg chg="modSp">
        <pc:chgData name="Guest User" userId="S::urn:spo:tenantanon#99e1e721-7184-498e-8aff-b2ad4e53c1c2::" providerId="AD" clId="Web-{D5321781-B650-839F-2DAD-35C8EDAD189D}" dt="2026-06-10T19:14:39.158" v="77"/>
        <pc:sldMkLst>
          <pc:docMk/>
          <pc:sldMk cId="369304900" sldId="352"/>
        </pc:sldMkLst>
        <pc:graphicFrameChg chg="mod modGraphic">
          <ac:chgData name="Guest User" userId="S::urn:spo:tenantanon#99e1e721-7184-498e-8aff-b2ad4e53c1c2::" providerId="AD" clId="Web-{D5321781-B650-839F-2DAD-35C8EDAD189D}" dt="2026-06-10T19:14:39.158" v="77"/>
          <ac:graphicFrameMkLst>
            <pc:docMk/>
            <pc:sldMk cId="369304900" sldId="352"/>
            <ac:graphicFrameMk id="6" creationId="{94375C05-6E75-E791-E6B9-32EA017A9B74}"/>
          </ac:graphicFrameMkLst>
        </pc:graphicFrameChg>
      </pc:sldChg>
      <pc:sldChg chg="modSp">
        <pc:chgData name="Guest User" userId="S::urn:spo:tenantanon#99e1e721-7184-498e-8aff-b2ad4e53c1c2::" providerId="AD" clId="Web-{D5321781-B650-839F-2DAD-35C8EDAD189D}" dt="2026-06-10T19:12:14.173" v="35"/>
        <pc:sldMkLst>
          <pc:docMk/>
          <pc:sldMk cId="4027505427" sldId="353"/>
        </pc:sldMkLst>
        <pc:graphicFrameChg chg="mod modGraphic">
          <ac:chgData name="Guest User" userId="S::urn:spo:tenantanon#99e1e721-7184-498e-8aff-b2ad4e53c1c2::" providerId="AD" clId="Web-{D5321781-B650-839F-2DAD-35C8EDAD189D}" dt="2026-06-10T19:12:14.173" v="35"/>
          <ac:graphicFrameMkLst>
            <pc:docMk/>
            <pc:sldMk cId="4027505427" sldId="353"/>
            <ac:graphicFrameMk id="3" creationId="{0D031C6D-53A0-9FB8-F405-AAB3BEC18C83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https://udeaeduco-my.sharepoint.com/personal/santiago_vargas5_udea_edu_co/Documents/Estudio/Materias/S10/Dise&#241;o-Prod.-Electronicos/ProyectoFinal/Repo/Proyecto-ALMA-DEP/Entregable-4/Material%20Soporte/ALMA_BOM_CPU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https://udeaeduco-my.sharepoint.com/personal/santiago_vargas5_udea_edu_co/Documents/Estudio/Materias/S10/Dise&#241;o-Prod.-Electronicos/ProyectoFinal/Repo/Proyecto-ALMA-DEP/Entregable-4/Material%20Soporte/ALMA_BOM_Microphone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https://udeaeduco-my.sharepoint.com/personal/santiago_vargas5_udea_edu_co/Documents/Estudio/Materias/S10/Dise&#241;o-Prod.-Electronicos/ProyectoFinal/Repo/Proyecto-ALMA-DEP/Entregable-4/Material%20Soporte/ALMA_BOM_PlugAlimentacion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s-CO"/>
              <a:t>Costo Total por Unidad vs Volumen — ALMA — Main CPU (10L FR4 + Via-in-Pad + 50</a:t>
            </a:r>
            <a:r>
              <a:rPr lang="el-GR"/>
              <a:t>Ω)</a:t>
            </a:r>
          </a:p>
        </c:rich>
      </c:tx>
      <c:overlay val="1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v>Componentes</c:v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1"/>
          <c:cat>
            <c:numRef>
              <c:f>Chart!$A$3:$A$7</c:f>
              <c:numCache>
                <c:formatCode>General</c:formatCode>
                <c:ptCount val="5"/>
                <c:pt idx="0">
                  <c:v>1</c:v>
                </c:pt>
                <c:pt idx="1">
                  <c:v>10</c:v>
                </c:pt>
                <c:pt idx="2">
                  <c:v>100</c:v>
                </c:pt>
                <c:pt idx="3">
                  <c:v>1000</c:v>
                </c:pt>
                <c:pt idx="4">
                  <c:v>5000</c:v>
                </c:pt>
              </c:numCache>
            </c:numRef>
          </c:cat>
          <c:val>
            <c:numRef>
              <c:f>Chart!$B$3:$B$7</c:f>
              <c:numCache>
                <c:formatCode>#,##0.00</c:formatCode>
                <c:ptCount val="5"/>
                <c:pt idx="0">
                  <c:v>114.00190000000001</c:v>
                </c:pt>
                <c:pt idx="1">
                  <c:v>108.301805</c:v>
                </c:pt>
                <c:pt idx="2">
                  <c:v>96.901615000000007</c:v>
                </c:pt>
                <c:pt idx="3">
                  <c:v>82.081367999999998</c:v>
                </c:pt>
                <c:pt idx="4">
                  <c:v>70.681178000000003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33-474D-AE68-C6512980CC2F}"/>
            </c:ext>
          </c:extLst>
        </c:ser>
        <c:ser>
          <c:idx val="1"/>
          <c:order val="1"/>
          <c:tx>
            <c:v>PCB Fabricación</c:v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1"/>
          <c:cat>
            <c:numRef>
              <c:f>Chart!$A$3:$A$7</c:f>
              <c:numCache>
                <c:formatCode>General</c:formatCode>
                <c:ptCount val="5"/>
                <c:pt idx="0">
                  <c:v>1</c:v>
                </c:pt>
                <c:pt idx="1">
                  <c:v>10</c:v>
                </c:pt>
                <c:pt idx="2">
                  <c:v>100</c:v>
                </c:pt>
                <c:pt idx="3">
                  <c:v>1000</c:v>
                </c:pt>
                <c:pt idx="4">
                  <c:v>5000</c:v>
                </c:pt>
              </c:numCache>
            </c:numRef>
          </c:cat>
          <c:val>
            <c:numRef>
              <c:f>Chart!$C$3:$C$7</c:f>
              <c:numCache>
                <c:formatCode>#,##0.00</c:formatCode>
                <c:ptCount val="5"/>
                <c:pt idx="0">
                  <c:v>280</c:v>
                </c:pt>
                <c:pt idx="1">
                  <c:v>85.621899999999997</c:v>
                </c:pt>
                <c:pt idx="2">
                  <c:v>26.182535000000001</c:v>
                </c:pt>
                <c:pt idx="3">
                  <c:v>8.0064229999999998</c:v>
                </c:pt>
                <c:pt idx="4">
                  <c:v>3.4975770000000002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33-474D-AE68-C6512980CC2F}"/>
            </c:ext>
          </c:extLst>
        </c:ser>
        <c:ser>
          <c:idx val="2"/>
          <c:order val="2"/>
          <c:tx>
            <c:v>SMT Assembly</c:v>
          </c:tx>
          <c:spPr>
            <a:gradFill rotWithShape="1">
              <a:gsLst>
                <a:gs pos="0">
                  <a:schemeClr val="accent3">
                    <a:shade val="51000"/>
                    <a:satMod val="130000"/>
                  </a:schemeClr>
                </a:gs>
                <a:gs pos="80000">
                  <a:schemeClr val="accent3">
                    <a:shade val="93000"/>
                    <a:satMod val="130000"/>
                  </a:schemeClr>
                </a:gs>
                <a:gs pos="100000">
                  <a:schemeClr val="accent3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1"/>
          <c:cat>
            <c:numRef>
              <c:f>Chart!$A$3:$A$7</c:f>
              <c:numCache>
                <c:formatCode>General</c:formatCode>
                <c:ptCount val="5"/>
                <c:pt idx="0">
                  <c:v>1</c:v>
                </c:pt>
                <c:pt idx="1">
                  <c:v>10</c:v>
                </c:pt>
                <c:pt idx="2">
                  <c:v>100</c:v>
                </c:pt>
                <c:pt idx="3">
                  <c:v>1000</c:v>
                </c:pt>
                <c:pt idx="4">
                  <c:v>5000</c:v>
                </c:pt>
              </c:numCache>
            </c:numRef>
          </c:cat>
          <c:val>
            <c:numRef>
              <c:f>Chart!$D$3:$D$7</c:f>
              <c:numCache>
                <c:formatCode>#,##0.00</c:formatCode>
                <c:ptCount val="5"/>
                <c:pt idx="0">
                  <c:v>45</c:v>
                </c:pt>
                <c:pt idx="1">
                  <c:v>10.757816999999999</c:v>
                </c:pt>
                <c:pt idx="2">
                  <c:v>2.5717919999999999</c:v>
                </c:pt>
                <c:pt idx="3">
                  <c:v>0.614819</c:v>
                </c:pt>
                <c:pt idx="4">
                  <c:v>0.22612299999999999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F33-474D-AE68-C6512980CC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"/>
        <c:axId val="100"/>
      </c:barChart>
      <c:catAx>
        <c:axId val="1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O"/>
                  <a:t>Volumen de producción (uds)</a:t>
                </a:r>
              </a:p>
            </c:rich>
          </c:tx>
          <c:layout>
            <c:manualLayout>
              <c:xMode val="edge"/>
              <c:yMode val="edge"/>
              <c:x val="0.43422195346694309"/>
              <c:y val="0.96397996031746014"/>
            </c:manualLayout>
          </c:layout>
          <c:overlay val="1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O"/>
                  <a:t>USD / unidad</a:t>
                </a:r>
              </a:p>
            </c:rich>
          </c:tx>
          <c:layout>
            <c:manualLayout>
              <c:xMode val="edge"/>
              <c:yMode val="edge"/>
              <c:x val="1.4627965906473164E-3"/>
              <c:y val="0.38178988095238098"/>
            </c:manualLayout>
          </c:layout>
          <c:overlay val="1"/>
          <c:spPr>
            <a:noFill/>
            <a:ln>
              <a:noFill/>
            </a:ln>
            <a:effectLst/>
          </c:spPr>
        </c:title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lt1">
                <a:lumMod val="95000"/>
                <a:alpha val="54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</c:dTable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1462911771481228"/>
          <c:y val="0.93461130952380966"/>
          <c:w val="0.37074164938954157"/>
          <c:h val="4.01902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1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s-CO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s-CO"/>
              <a:t>Costo Total por Unidad vs Volumen — ALMA — Microphone (4L FR4)</a:t>
            </a:r>
          </a:p>
        </c:rich>
      </c:tx>
      <c:overlay val="1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v>Componentes</c:v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1"/>
          <c:cat>
            <c:numRef>
              <c:f>Chart!$A$3:$A$7</c:f>
              <c:numCache>
                <c:formatCode>General</c:formatCode>
                <c:ptCount val="5"/>
                <c:pt idx="0">
                  <c:v>1</c:v>
                </c:pt>
                <c:pt idx="1">
                  <c:v>10</c:v>
                </c:pt>
                <c:pt idx="2">
                  <c:v>100</c:v>
                </c:pt>
                <c:pt idx="3">
                  <c:v>1000</c:v>
                </c:pt>
                <c:pt idx="4">
                  <c:v>5000</c:v>
                </c:pt>
              </c:numCache>
            </c:numRef>
          </c:cat>
          <c:val>
            <c:numRef>
              <c:f>Chart!$B$3:$B$7</c:f>
              <c:numCache>
                <c:formatCode>#,##0.00</c:formatCode>
                <c:ptCount val="5"/>
                <c:pt idx="0">
                  <c:v>11.048</c:v>
                </c:pt>
                <c:pt idx="1">
                  <c:v>10.4956</c:v>
                </c:pt>
                <c:pt idx="2">
                  <c:v>9.3908000000000005</c:v>
                </c:pt>
                <c:pt idx="3">
                  <c:v>7.9545599999999999</c:v>
                </c:pt>
                <c:pt idx="4">
                  <c:v>6.8497599999999998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DA-41F6-8D53-6A509B72CCBF}"/>
            </c:ext>
          </c:extLst>
        </c:ser>
        <c:ser>
          <c:idx val="1"/>
          <c:order val="1"/>
          <c:tx>
            <c:v>PCB Fabricación</c:v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1"/>
          <c:cat>
            <c:numRef>
              <c:f>Chart!$A$3:$A$7</c:f>
              <c:numCache>
                <c:formatCode>General</c:formatCode>
                <c:ptCount val="5"/>
                <c:pt idx="0">
                  <c:v>1</c:v>
                </c:pt>
                <c:pt idx="1">
                  <c:v>10</c:v>
                </c:pt>
                <c:pt idx="2">
                  <c:v>100</c:v>
                </c:pt>
                <c:pt idx="3">
                  <c:v>1000</c:v>
                </c:pt>
                <c:pt idx="4">
                  <c:v>5000</c:v>
                </c:pt>
              </c:numCache>
            </c:numRef>
          </c:cat>
          <c:val>
            <c:numRef>
              <c:f>Chart!$C$3:$C$7</c:f>
              <c:numCache>
                <c:formatCode>#,##0.00</c:formatCode>
                <c:ptCount val="5"/>
                <c:pt idx="0">
                  <c:v>15</c:v>
                </c:pt>
                <c:pt idx="1">
                  <c:v>4.5868869999999999</c:v>
                </c:pt>
                <c:pt idx="2">
                  <c:v>1.402636</c:v>
                </c:pt>
                <c:pt idx="3">
                  <c:v>0.42891499999999999</c:v>
                </c:pt>
                <c:pt idx="4">
                  <c:v>0.18737000000000001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DDA-41F6-8D53-6A509B72CCBF}"/>
            </c:ext>
          </c:extLst>
        </c:ser>
        <c:ser>
          <c:idx val="2"/>
          <c:order val="2"/>
          <c:tx>
            <c:v>SMT Assembly</c:v>
          </c:tx>
          <c:spPr>
            <a:gradFill rotWithShape="1">
              <a:gsLst>
                <a:gs pos="0">
                  <a:schemeClr val="accent3">
                    <a:shade val="51000"/>
                    <a:satMod val="130000"/>
                  </a:schemeClr>
                </a:gs>
                <a:gs pos="80000">
                  <a:schemeClr val="accent3">
                    <a:shade val="93000"/>
                    <a:satMod val="130000"/>
                  </a:schemeClr>
                </a:gs>
                <a:gs pos="100000">
                  <a:schemeClr val="accent3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1"/>
          <c:cat>
            <c:numRef>
              <c:f>Chart!$A$3:$A$7</c:f>
              <c:numCache>
                <c:formatCode>General</c:formatCode>
                <c:ptCount val="5"/>
                <c:pt idx="0">
                  <c:v>1</c:v>
                </c:pt>
                <c:pt idx="1">
                  <c:v>10</c:v>
                </c:pt>
                <c:pt idx="2">
                  <c:v>100</c:v>
                </c:pt>
                <c:pt idx="3">
                  <c:v>1000</c:v>
                </c:pt>
                <c:pt idx="4">
                  <c:v>5000</c:v>
                </c:pt>
              </c:numCache>
            </c:numRef>
          </c:cat>
          <c:val>
            <c:numRef>
              <c:f>Chart!$D$3:$D$7</c:f>
              <c:numCache>
                <c:formatCode>#,##0.00</c:formatCode>
                <c:ptCount val="5"/>
                <c:pt idx="0">
                  <c:v>18</c:v>
                </c:pt>
                <c:pt idx="1">
                  <c:v>4.3031269999999999</c:v>
                </c:pt>
                <c:pt idx="2">
                  <c:v>1.0287170000000001</c:v>
                </c:pt>
                <c:pt idx="3">
                  <c:v>0.24592800000000001</c:v>
                </c:pt>
                <c:pt idx="4">
                  <c:v>9.0449000000000002E-2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DDA-41F6-8D53-6A509B72CC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"/>
        <c:axId val="100"/>
      </c:barChart>
      <c:catAx>
        <c:axId val="1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O"/>
                  <a:t>Volumen de producción (uds)</a:t>
                </a:r>
              </a:p>
            </c:rich>
          </c:tx>
          <c:layout>
            <c:manualLayout>
              <c:xMode val="edge"/>
              <c:yMode val="edge"/>
              <c:x val="0.39298030303030301"/>
              <c:y val="0.96397996031746014"/>
            </c:manualLayout>
          </c:layout>
          <c:overlay val="1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O"/>
                  <a:t>USD / unidad</a:t>
                </a:r>
              </a:p>
            </c:rich>
          </c:tx>
          <c:overlay val="1"/>
          <c:spPr>
            <a:noFill/>
            <a:ln>
              <a:noFill/>
            </a:ln>
            <a:effectLst/>
          </c:spPr>
        </c:title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0"/>
        <c:crosses val="autoZero"/>
        <c:crossBetween val="between"/>
      </c:valAx>
      <c:dTable>
        <c:showHorzBorder val="1"/>
        <c:showVertBorder val="1"/>
        <c:showOutline val="1"/>
        <c:showKeys val="0"/>
        <c:spPr>
          <a:noFill/>
          <a:ln w="9525">
            <a:solidFill>
              <a:schemeClr val="lt1">
                <a:lumMod val="95000"/>
                <a:alpha val="54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</c:dTable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679419191919193"/>
          <c:y val="0.93713115079365084"/>
          <c:w val="0.4064114898989899"/>
          <c:h val="4.01902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1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s-CO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s-CO"/>
              <a:t>Costo Total por Unidad vs Volumen — ALMA — Plug Alimentación (2L FR4)</a:t>
            </a:r>
          </a:p>
        </c:rich>
      </c:tx>
      <c:overlay val="1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v>Componentes</c:v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1"/>
          <c:cat>
            <c:numRef>
              <c:f>Chart!$A$3:$A$7</c:f>
              <c:numCache>
                <c:formatCode>General</c:formatCode>
                <c:ptCount val="5"/>
                <c:pt idx="0">
                  <c:v>1</c:v>
                </c:pt>
                <c:pt idx="1">
                  <c:v>10</c:v>
                </c:pt>
                <c:pt idx="2">
                  <c:v>100</c:v>
                </c:pt>
                <c:pt idx="3">
                  <c:v>1000</c:v>
                </c:pt>
                <c:pt idx="4">
                  <c:v>5000</c:v>
                </c:pt>
              </c:numCache>
            </c:numRef>
          </c:cat>
          <c:val>
            <c:numRef>
              <c:f>Chart!$B$3:$B$7</c:f>
              <c:numCache>
                <c:formatCode>#,##0.00</c:formatCode>
                <c:ptCount val="5"/>
                <c:pt idx="0">
                  <c:v>1.48</c:v>
                </c:pt>
                <c:pt idx="1">
                  <c:v>1.4059999999999999</c:v>
                </c:pt>
                <c:pt idx="2">
                  <c:v>1.258</c:v>
                </c:pt>
                <c:pt idx="3">
                  <c:v>1.0656000000000001</c:v>
                </c:pt>
                <c:pt idx="4">
                  <c:v>0.91759999999999997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FC-41FF-8EB4-DEEBC9146DCB}"/>
            </c:ext>
          </c:extLst>
        </c:ser>
        <c:ser>
          <c:idx val="1"/>
          <c:order val="1"/>
          <c:tx>
            <c:v>PCB Fabricación</c:v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1"/>
          <c:cat>
            <c:numRef>
              <c:f>Chart!$A$3:$A$7</c:f>
              <c:numCache>
                <c:formatCode>General</c:formatCode>
                <c:ptCount val="5"/>
                <c:pt idx="0">
                  <c:v>1</c:v>
                </c:pt>
                <c:pt idx="1">
                  <c:v>10</c:v>
                </c:pt>
                <c:pt idx="2">
                  <c:v>100</c:v>
                </c:pt>
                <c:pt idx="3">
                  <c:v>1000</c:v>
                </c:pt>
                <c:pt idx="4">
                  <c:v>5000</c:v>
                </c:pt>
              </c:numCache>
            </c:numRef>
          </c:cat>
          <c:val>
            <c:numRef>
              <c:f>Chart!$C$3:$C$7</c:f>
              <c:numCache>
                <c:formatCode>#,##0.00</c:formatCode>
                <c:ptCount val="5"/>
                <c:pt idx="0">
                  <c:v>5</c:v>
                </c:pt>
                <c:pt idx="1">
                  <c:v>1.5289619999999999</c:v>
                </c:pt>
                <c:pt idx="2">
                  <c:v>0.46754499999999999</c:v>
                </c:pt>
                <c:pt idx="3">
                  <c:v>0.14297199999999999</c:v>
                </c:pt>
                <c:pt idx="4">
                  <c:v>6.2456999999999999E-2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0FC-41FF-8EB4-DEEBC9146DCB}"/>
            </c:ext>
          </c:extLst>
        </c:ser>
        <c:ser>
          <c:idx val="2"/>
          <c:order val="2"/>
          <c:tx>
            <c:v>SMT Assembly</c:v>
          </c:tx>
          <c:spPr>
            <a:gradFill rotWithShape="1">
              <a:gsLst>
                <a:gs pos="0">
                  <a:schemeClr val="accent3">
                    <a:shade val="51000"/>
                    <a:satMod val="130000"/>
                  </a:schemeClr>
                </a:gs>
                <a:gs pos="80000">
                  <a:schemeClr val="accent3">
                    <a:shade val="93000"/>
                    <a:satMod val="130000"/>
                  </a:schemeClr>
                </a:gs>
                <a:gs pos="100000">
                  <a:schemeClr val="accent3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1"/>
          <c:cat>
            <c:numRef>
              <c:f>Chart!$A$3:$A$7</c:f>
              <c:numCache>
                <c:formatCode>General</c:formatCode>
                <c:ptCount val="5"/>
                <c:pt idx="0">
                  <c:v>1</c:v>
                </c:pt>
                <c:pt idx="1">
                  <c:v>10</c:v>
                </c:pt>
                <c:pt idx="2">
                  <c:v>100</c:v>
                </c:pt>
                <c:pt idx="3">
                  <c:v>1000</c:v>
                </c:pt>
                <c:pt idx="4">
                  <c:v>5000</c:v>
                </c:pt>
              </c:numCache>
            </c:numRef>
          </c:cat>
          <c:val>
            <c:numRef>
              <c:f>Chart!$D$3:$D$7</c:f>
              <c:numCache>
                <c:formatCode>#,##0.00</c:formatCode>
                <c:ptCount val="5"/>
                <c:pt idx="0">
                  <c:v>10</c:v>
                </c:pt>
                <c:pt idx="1">
                  <c:v>2.3906260000000001</c:v>
                </c:pt>
                <c:pt idx="2">
                  <c:v>0.57150900000000004</c:v>
                </c:pt>
                <c:pt idx="3">
                  <c:v>0.136626</c:v>
                </c:pt>
                <c:pt idx="4">
                  <c:v>5.0250000000000003E-2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0FC-41FF-8EB4-DEEBC9146D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"/>
        <c:axId val="100"/>
      </c:barChart>
      <c:catAx>
        <c:axId val="1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O"/>
                  <a:t>Volumen de producción (uds)</a:t>
                </a:r>
              </a:p>
            </c:rich>
          </c:tx>
          <c:layout>
            <c:manualLayout>
              <c:xMode val="edge"/>
              <c:yMode val="edge"/>
              <c:x val="0.41222272727272735"/>
              <c:y val="0.96637261904761906"/>
            </c:manualLayout>
          </c:layout>
          <c:overlay val="1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O"/>
                  <a:t>USD / unidad</a:t>
                </a:r>
              </a:p>
            </c:rich>
          </c:tx>
          <c:overlay val="1"/>
          <c:spPr>
            <a:noFill/>
            <a:ln>
              <a:noFill/>
            </a:ln>
            <a:effectLst/>
          </c:spPr>
        </c:title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0"/>
        <c:crosses val="autoZero"/>
        <c:crossBetween val="between"/>
      </c:valAx>
      <c:dTable>
        <c:showHorzBorder val="1"/>
        <c:showVertBorder val="1"/>
        <c:showOutline val="1"/>
        <c:showKeys val="0"/>
        <c:spPr>
          <a:noFill/>
          <a:ln w="9525">
            <a:solidFill>
              <a:schemeClr val="lt1">
                <a:lumMod val="95000"/>
                <a:alpha val="54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</c:dTable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679419191919193"/>
          <c:y val="0.93426909151806459"/>
          <c:w val="0.4064114898989899"/>
          <c:h val="3.89014959173969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1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s-CO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2321C4A-C43A-D5BA-D719-05A5C63103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F2412E3-C840-08D4-FB65-5F2005FCF5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9B3093-0A02-4B48-AF6D-4108E474766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A0BF08A-B017-27D1-F88A-D76B2D4926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EEF7AAB-7B74-BFE8-54A9-3FDC8ABBB6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07E4EA-A51E-4C56-9FD0-DFDC84FC3DF2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678742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7E0B130E-F32C-8FB1-F3E0-ACA817EC1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7:notes">
            <a:extLst>
              <a:ext uri="{FF2B5EF4-FFF2-40B4-BE49-F238E27FC236}">
                <a16:creationId xmlns:a16="http://schemas.microsoft.com/office/drawing/2014/main" id="{E4C001BC-29D7-156F-B49F-87F49AD6AC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/>
              <a:t>Definir preguntas estrella</a:t>
            </a:r>
            <a:endParaRPr/>
          </a:p>
        </p:txBody>
      </p:sp>
      <p:sp>
        <p:nvSpPr>
          <p:cNvPr id="161" name="Google Shape;161;p177:notes">
            <a:extLst>
              <a:ext uri="{FF2B5EF4-FFF2-40B4-BE49-F238E27FC236}">
                <a16:creationId xmlns:a16="http://schemas.microsoft.com/office/drawing/2014/main" id="{C0E6C41B-EC10-6655-FFE3-33CE4B7125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13641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725C25ED-35ED-A7B9-D87A-35F51983C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7:notes">
            <a:extLst>
              <a:ext uri="{FF2B5EF4-FFF2-40B4-BE49-F238E27FC236}">
                <a16:creationId xmlns:a16="http://schemas.microsoft.com/office/drawing/2014/main" id="{0D71C4FD-E879-7D12-685B-8204CC3129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/>
              <a:t>Definir preguntas estrella</a:t>
            </a:r>
            <a:endParaRPr/>
          </a:p>
        </p:txBody>
      </p:sp>
      <p:sp>
        <p:nvSpPr>
          <p:cNvPr id="161" name="Google Shape;161;p177:notes">
            <a:extLst>
              <a:ext uri="{FF2B5EF4-FFF2-40B4-BE49-F238E27FC236}">
                <a16:creationId xmlns:a16="http://schemas.microsoft.com/office/drawing/2014/main" id="{2115AD6A-BBD0-477C-CF60-5C45E2EDFB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258160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1729CE79-EA82-DCEC-A40C-4805CB982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7:notes">
            <a:extLst>
              <a:ext uri="{FF2B5EF4-FFF2-40B4-BE49-F238E27FC236}">
                <a16:creationId xmlns:a16="http://schemas.microsoft.com/office/drawing/2014/main" id="{E6865047-99EA-F50E-03A1-82EB263055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/>
              <a:t>Definir preguntas estrella</a:t>
            </a:r>
            <a:endParaRPr/>
          </a:p>
        </p:txBody>
      </p:sp>
      <p:sp>
        <p:nvSpPr>
          <p:cNvPr id="161" name="Google Shape;161;p177:notes">
            <a:extLst>
              <a:ext uri="{FF2B5EF4-FFF2-40B4-BE49-F238E27FC236}">
                <a16:creationId xmlns:a16="http://schemas.microsoft.com/office/drawing/2014/main" id="{11F74022-B404-C166-6400-C9AD07C52D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755990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19165F45-2DF0-631A-BBA2-4193252E4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7:notes">
            <a:extLst>
              <a:ext uri="{FF2B5EF4-FFF2-40B4-BE49-F238E27FC236}">
                <a16:creationId xmlns:a16="http://schemas.microsoft.com/office/drawing/2014/main" id="{07540CF0-F7CA-BEB0-1500-C846321F28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/>
              <a:t>Definir preguntas estrella</a:t>
            </a:r>
            <a:endParaRPr/>
          </a:p>
        </p:txBody>
      </p:sp>
      <p:sp>
        <p:nvSpPr>
          <p:cNvPr id="161" name="Google Shape;161;p177:notes">
            <a:extLst>
              <a:ext uri="{FF2B5EF4-FFF2-40B4-BE49-F238E27FC236}">
                <a16:creationId xmlns:a16="http://schemas.microsoft.com/office/drawing/2014/main" id="{C6FDC37C-07B0-9282-DEBC-8D86551BC8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94078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E238C540-FFB7-7D0D-3258-92E53FA7E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7:notes">
            <a:extLst>
              <a:ext uri="{FF2B5EF4-FFF2-40B4-BE49-F238E27FC236}">
                <a16:creationId xmlns:a16="http://schemas.microsoft.com/office/drawing/2014/main" id="{7E2FF85F-E1B0-FBF3-B7AB-CCDB5E3168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/>
              <a:t>Definir preguntas estrella</a:t>
            </a:r>
            <a:endParaRPr/>
          </a:p>
        </p:txBody>
      </p:sp>
      <p:sp>
        <p:nvSpPr>
          <p:cNvPr id="161" name="Google Shape;161;p177:notes">
            <a:extLst>
              <a:ext uri="{FF2B5EF4-FFF2-40B4-BE49-F238E27FC236}">
                <a16:creationId xmlns:a16="http://schemas.microsoft.com/office/drawing/2014/main" id="{2C2C0FA8-2E22-3CE0-EB25-C7692D0FFE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141053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185393E9-43C9-9251-55CD-287769731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7:notes">
            <a:extLst>
              <a:ext uri="{FF2B5EF4-FFF2-40B4-BE49-F238E27FC236}">
                <a16:creationId xmlns:a16="http://schemas.microsoft.com/office/drawing/2014/main" id="{97B19B6A-1772-2906-9FAC-32A3E276A2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/>
              <a:t>Definir preguntas estrella</a:t>
            </a:r>
            <a:endParaRPr/>
          </a:p>
        </p:txBody>
      </p:sp>
      <p:sp>
        <p:nvSpPr>
          <p:cNvPr id="161" name="Google Shape;161;p177:notes">
            <a:extLst>
              <a:ext uri="{FF2B5EF4-FFF2-40B4-BE49-F238E27FC236}">
                <a16:creationId xmlns:a16="http://schemas.microsoft.com/office/drawing/2014/main" id="{2594A012-A039-FDF6-C583-B7C38E1A5A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906902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2111E740-0EF9-7F2B-EF7C-51AD01D1C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7:notes">
            <a:extLst>
              <a:ext uri="{FF2B5EF4-FFF2-40B4-BE49-F238E27FC236}">
                <a16:creationId xmlns:a16="http://schemas.microsoft.com/office/drawing/2014/main" id="{DB4E9B89-8F22-01B0-293B-3C6EB0C49E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/>
              <a:t>Definir preguntas estrella</a:t>
            </a:r>
            <a:endParaRPr/>
          </a:p>
        </p:txBody>
      </p:sp>
      <p:sp>
        <p:nvSpPr>
          <p:cNvPr id="161" name="Google Shape;161;p177:notes">
            <a:extLst>
              <a:ext uri="{FF2B5EF4-FFF2-40B4-BE49-F238E27FC236}">
                <a16:creationId xmlns:a16="http://schemas.microsoft.com/office/drawing/2014/main" id="{DEA2141F-3DE2-5307-C896-440958AF3F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028571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FFC88A41-558C-4D0D-6C77-9A7FFD06F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7:notes">
            <a:extLst>
              <a:ext uri="{FF2B5EF4-FFF2-40B4-BE49-F238E27FC236}">
                <a16:creationId xmlns:a16="http://schemas.microsoft.com/office/drawing/2014/main" id="{A0B4D894-1E04-E9EF-B1C8-A728C68179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/>
              <a:t>Definir preguntas estrella</a:t>
            </a:r>
            <a:endParaRPr/>
          </a:p>
        </p:txBody>
      </p:sp>
      <p:sp>
        <p:nvSpPr>
          <p:cNvPr id="161" name="Google Shape;161;p177:notes">
            <a:extLst>
              <a:ext uri="{FF2B5EF4-FFF2-40B4-BE49-F238E27FC236}">
                <a16:creationId xmlns:a16="http://schemas.microsoft.com/office/drawing/2014/main" id="{3E5C429F-A597-92AC-62A1-5FD20F49A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942437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AE470BA9-6E8F-06A5-A550-73586BB28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7:notes">
            <a:extLst>
              <a:ext uri="{FF2B5EF4-FFF2-40B4-BE49-F238E27FC236}">
                <a16:creationId xmlns:a16="http://schemas.microsoft.com/office/drawing/2014/main" id="{47668FC4-7383-F10B-27CD-81CB1F05D8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/>
              <a:t>Definir preguntas estrella</a:t>
            </a:r>
            <a:endParaRPr/>
          </a:p>
        </p:txBody>
      </p:sp>
      <p:sp>
        <p:nvSpPr>
          <p:cNvPr id="161" name="Google Shape;161;p177:notes">
            <a:extLst>
              <a:ext uri="{FF2B5EF4-FFF2-40B4-BE49-F238E27FC236}">
                <a16:creationId xmlns:a16="http://schemas.microsoft.com/office/drawing/2014/main" id="{A08B66B1-D633-843B-01BA-CCA0498108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60177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964732C8-8A97-D025-55A5-FEDE660B8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7:notes">
            <a:extLst>
              <a:ext uri="{FF2B5EF4-FFF2-40B4-BE49-F238E27FC236}">
                <a16:creationId xmlns:a16="http://schemas.microsoft.com/office/drawing/2014/main" id="{7A95F7B6-3199-D714-7CA7-128DA181FD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/>
              <a:t>Definir preguntas estrella</a:t>
            </a:r>
            <a:endParaRPr/>
          </a:p>
        </p:txBody>
      </p:sp>
      <p:sp>
        <p:nvSpPr>
          <p:cNvPr id="161" name="Google Shape;161;p177:notes">
            <a:extLst>
              <a:ext uri="{FF2B5EF4-FFF2-40B4-BE49-F238E27FC236}">
                <a16:creationId xmlns:a16="http://schemas.microsoft.com/office/drawing/2014/main" id="{E0BE28CC-BB29-764B-AB9E-AF11D1D4B7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783563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4797C113-8CFE-F85D-D659-B112910F5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7:notes">
            <a:extLst>
              <a:ext uri="{FF2B5EF4-FFF2-40B4-BE49-F238E27FC236}">
                <a16:creationId xmlns:a16="http://schemas.microsoft.com/office/drawing/2014/main" id="{2E9F585D-1FD5-93CD-3E86-256C64BDC9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/>
              <a:t>Definir preguntas estrella</a:t>
            </a:r>
            <a:endParaRPr/>
          </a:p>
        </p:txBody>
      </p:sp>
      <p:sp>
        <p:nvSpPr>
          <p:cNvPr id="161" name="Google Shape;161;p177:notes">
            <a:extLst>
              <a:ext uri="{FF2B5EF4-FFF2-40B4-BE49-F238E27FC236}">
                <a16:creationId xmlns:a16="http://schemas.microsoft.com/office/drawing/2014/main" id="{FE1F3787-CD55-FA8C-ADD4-5E0494E563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969037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F171F680-8218-42E1-509C-1FD479E8A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7:notes">
            <a:extLst>
              <a:ext uri="{FF2B5EF4-FFF2-40B4-BE49-F238E27FC236}">
                <a16:creationId xmlns:a16="http://schemas.microsoft.com/office/drawing/2014/main" id="{DC0F8A98-96AE-A231-6B86-305C0CBDE1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/>
              <a:t>Definir preguntas estrella</a:t>
            </a:r>
            <a:endParaRPr/>
          </a:p>
        </p:txBody>
      </p:sp>
      <p:sp>
        <p:nvSpPr>
          <p:cNvPr id="161" name="Google Shape;161;p177:notes">
            <a:extLst>
              <a:ext uri="{FF2B5EF4-FFF2-40B4-BE49-F238E27FC236}">
                <a16:creationId xmlns:a16="http://schemas.microsoft.com/office/drawing/2014/main" id="{7AEC6CBA-CA32-1052-35F0-DC96EDE917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57203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10232B22-C265-E88E-41B4-5AE162F1A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7:notes">
            <a:extLst>
              <a:ext uri="{FF2B5EF4-FFF2-40B4-BE49-F238E27FC236}">
                <a16:creationId xmlns:a16="http://schemas.microsoft.com/office/drawing/2014/main" id="{BEA233C4-A59B-9D8B-0D77-9B028C3B40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/>
              <a:t>Definir preguntas estrella</a:t>
            </a:r>
            <a:endParaRPr/>
          </a:p>
        </p:txBody>
      </p:sp>
      <p:sp>
        <p:nvSpPr>
          <p:cNvPr id="161" name="Google Shape;161;p177:notes">
            <a:extLst>
              <a:ext uri="{FF2B5EF4-FFF2-40B4-BE49-F238E27FC236}">
                <a16:creationId xmlns:a16="http://schemas.microsoft.com/office/drawing/2014/main" id="{55F49C92-D8AD-636F-BE45-1BDC17CAB1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820169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4292E1B5-7BF3-296D-78F8-F673A8BE6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7:notes">
            <a:extLst>
              <a:ext uri="{FF2B5EF4-FFF2-40B4-BE49-F238E27FC236}">
                <a16:creationId xmlns:a16="http://schemas.microsoft.com/office/drawing/2014/main" id="{F6DDAAE0-751F-E3A6-F109-4FC2036CDF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/>
              <a:t>Definir preguntas estrella</a:t>
            </a:r>
            <a:endParaRPr/>
          </a:p>
        </p:txBody>
      </p:sp>
      <p:sp>
        <p:nvSpPr>
          <p:cNvPr id="161" name="Google Shape;161;p177:notes">
            <a:extLst>
              <a:ext uri="{FF2B5EF4-FFF2-40B4-BE49-F238E27FC236}">
                <a16:creationId xmlns:a16="http://schemas.microsoft.com/office/drawing/2014/main" id="{569D29F1-A61F-B764-6317-2562F604D9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307409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F1A4797A-6624-D304-8586-4893E4CE8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7:notes">
            <a:extLst>
              <a:ext uri="{FF2B5EF4-FFF2-40B4-BE49-F238E27FC236}">
                <a16:creationId xmlns:a16="http://schemas.microsoft.com/office/drawing/2014/main" id="{D407BF54-8382-B9E3-BE5F-FC537F6FFE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/>
              <a:t>Definir preguntas estrella</a:t>
            </a:r>
            <a:endParaRPr/>
          </a:p>
        </p:txBody>
      </p:sp>
      <p:sp>
        <p:nvSpPr>
          <p:cNvPr id="161" name="Google Shape;161;p177:notes">
            <a:extLst>
              <a:ext uri="{FF2B5EF4-FFF2-40B4-BE49-F238E27FC236}">
                <a16:creationId xmlns:a16="http://schemas.microsoft.com/office/drawing/2014/main" id="{8C03887E-E56C-7677-8BAF-1DC58F430E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310667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5668B667-AEEA-4052-D142-E25F99F84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7:notes">
            <a:extLst>
              <a:ext uri="{FF2B5EF4-FFF2-40B4-BE49-F238E27FC236}">
                <a16:creationId xmlns:a16="http://schemas.microsoft.com/office/drawing/2014/main" id="{F6F44F08-6B72-146B-DA39-A0EEC48D23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/>
              <a:t>Definir preguntas estrella</a:t>
            </a:r>
            <a:endParaRPr/>
          </a:p>
        </p:txBody>
      </p:sp>
      <p:sp>
        <p:nvSpPr>
          <p:cNvPr id="161" name="Google Shape;161;p177:notes">
            <a:extLst>
              <a:ext uri="{FF2B5EF4-FFF2-40B4-BE49-F238E27FC236}">
                <a16:creationId xmlns:a16="http://schemas.microsoft.com/office/drawing/2014/main" id="{762349CB-D36D-77E2-ED09-A67F63B37F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23364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>
  <p:cSld name="Título y objetos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8"/>
          <p:cNvSpPr/>
          <p:nvPr/>
        </p:nvSpPr>
        <p:spPr>
          <a:xfrm>
            <a:off x="722490" y="428978"/>
            <a:ext cx="8816622" cy="43244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1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0" y="6765892"/>
            <a:ext cx="12192000" cy="11288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28"/>
          <p:cNvSpPr txBox="1"/>
          <p:nvPr/>
        </p:nvSpPr>
        <p:spPr>
          <a:xfrm>
            <a:off x="11153775" y="6346274"/>
            <a:ext cx="72925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CO" sz="1600" b="0" i="0" u="none" strike="noStrike" cap="none">
                <a:solidFill>
                  <a:srgbClr val="AEABA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 b="0" i="0" u="none" strike="noStrike" cap="none">
              <a:solidFill>
                <a:srgbClr val="AEABA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5;p1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90724" y="339999"/>
            <a:ext cx="1834276" cy="59330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28"/>
          <p:cNvSpPr txBox="1">
            <a:spLocks noGrp="1"/>
          </p:cNvSpPr>
          <p:nvPr>
            <p:ph type="body" idx="1"/>
          </p:nvPr>
        </p:nvSpPr>
        <p:spPr>
          <a:xfrm>
            <a:off x="783236" y="2851366"/>
            <a:ext cx="9107488" cy="3068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128"/>
          <p:cNvSpPr txBox="1">
            <a:spLocks noGrp="1"/>
          </p:cNvSpPr>
          <p:nvPr>
            <p:ph type="title"/>
          </p:nvPr>
        </p:nvSpPr>
        <p:spPr>
          <a:xfrm>
            <a:off x="783236" y="1399162"/>
            <a:ext cx="910748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En blanco 2">
  <p:cSld name="1 - Línea 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2"/>
          <p:cNvSpPr/>
          <p:nvPr/>
        </p:nvSpPr>
        <p:spPr>
          <a:xfrm>
            <a:off x="722490" y="428978"/>
            <a:ext cx="8816622" cy="43244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9;p152"/>
          <p:cNvPicPr preferRelativeResize="0"/>
          <p:nvPr/>
        </p:nvPicPr>
        <p:blipFill rotWithShape="1">
          <a:blip r:embed="rId2">
            <a:alphaModFix/>
          </a:blip>
          <a:srcRect l="5512" t="-49241"/>
          <a:stretch/>
        </p:blipFill>
        <p:spPr>
          <a:xfrm>
            <a:off x="0" y="6714021"/>
            <a:ext cx="12192000" cy="143979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52"/>
          <p:cNvSpPr txBox="1"/>
          <p:nvPr/>
        </p:nvSpPr>
        <p:spPr>
          <a:xfrm>
            <a:off x="11153775" y="6346274"/>
            <a:ext cx="72925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CO" sz="1600" b="0" i="0" u="none" strike="noStrike" cap="none">
                <a:solidFill>
                  <a:srgbClr val="AEABA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 b="0" i="0" u="none" strike="noStrike" cap="none">
              <a:solidFill>
                <a:srgbClr val="AEABA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" name="Google Shape;32;p1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90724" y="339999"/>
            <a:ext cx="1834276" cy="59330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52"/>
          <p:cNvSpPr txBox="1">
            <a:spLocks noGrp="1"/>
          </p:cNvSpPr>
          <p:nvPr>
            <p:ph type="body" idx="1"/>
          </p:nvPr>
        </p:nvSpPr>
        <p:spPr>
          <a:xfrm>
            <a:off x="783236" y="2851366"/>
            <a:ext cx="9107488" cy="3068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152"/>
          <p:cNvSpPr txBox="1">
            <a:spLocks noGrp="1"/>
          </p:cNvSpPr>
          <p:nvPr>
            <p:ph type="title"/>
          </p:nvPr>
        </p:nvSpPr>
        <p:spPr>
          <a:xfrm>
            <a:off x="783236" y="1399162"/>
            <a:ext cx="910748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1a5e569313_0_329"/>
          <p:cNvSpPr/>
          <p:nvPr/>
        </p:nvSpPr>
        <p:spPr>
          <a:xfrm>
            <a:off x="535944" y="6428080"/>
            <a:ext cx="295800" cy="2958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rgbClr val="4D5B7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22850" rIns="45700" bIns="2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1a5e569313_0_329"/>
          <p:cNvSpPr txBox="1"/>
          <p:nvPr/>
        </p:nvSpPr>
        <p:spPr>
          <a:xfrm>
            <a:off x="621927" y="6430249"/>
            <a:ext cx="123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s-CO" sz="1000" b="0" i="0" u="none" strike="noStrike" cap="none">
                <a:solidFill>
                  <a:srgbClr val="4D5B7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600" b="0" i="0" u="none" strike="noStrike" cap="none">
              <a:solidFill>
                <a:srgbClr val="4D5B7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11a5e569313_0_329"/>
          <p:cNvSpPr/>
          <p:nvPr/>
        </p:nvSpPr>
        <p:spPr>
          <a:xfrm>
            <a:off x="148830" y="6428080"/>
            <a:ext cx="295800" cy="2958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rgbClr val="4D5B7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22850" rIns="45700" bIns="2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11a5e569313_0_329"/>
          <p:cNvSpPr/>
          <p:nvPr/>
        </p:nvSpPr>
        <p:spPr>
          <a:xfrm rot="2740442">
            <a:off x="277467" y="6536579"/>
            <a:ext cx="79807" cy="79807"/>
          </a:xfrm>
          <a:custGeom>
            <a:avLst/>
            <a:gdLst/>
            <a:ahLst/>
            <a:cxnLst/>
            <a:rect l="l" t="t" r="r" b="b"/>
            <a:pathLst>
              <a:path w="531091" h="531091" extrusionOk="0">
                <a:moveTo>
                  <a:pt x="531091" y="531091"/>
                </a:moveTo>
                <a:lnTo>
                  <a:pt x="0" y="531091"/>
                </a:lnTo>
                <a:lnTo>
                  <a:pt x="0" y="0"/>
                </a:lnTo>
              </a:path>
            </a:pathLst>
          </a:custGeom>
          <a:solidFill>
            <a:schemeClr val="lt1"/>
          </a:solidFill>
          <a:ln w="9525" cap="flat" cmpd="sng">
            <a:solidFill>
              <a:srgbClr val="4D5B7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22850" rIns="45700" bIns="2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11a5e569313_0_329"/>
          <p:cNvSpPr/>
          <p:nvPr/>
        </p:nvSpPr>
        <p:spPr>
          <a:xfrm rot="10800000">
            <a:off x="922953" y="6428015"/>
            <a:ext cx="295800" cy="2958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rgbClr val="4D5B7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22850" rIns="45700" bIns="2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11a5e569313_0_329"/>
          <p:cNvSpPr/>
          <p:nvPr/>
        </p:nvSpPr>
        <p:spPr>
          <a:xfrm rot="-8100000">
            <a:off x="1010781" y="6537309"/>
            <a:ext cx="78863" cy="78863"/>
          </a:xfrm>
          <a:custGeom>
            <a:avLst/>
            <a:gdLst/>
            <a:ahLst/>
            <a:cxnLst/>
            <a:rect l="l" t="t" r="r" b="b"/>
            <a:pathLst>
              <a:path w="531091" h="531091" extrusionOk="0">
                <a:moveTo>
                  <a:pt x="531091" y="531091"/>
                </a:moveTo>
                <a:lnTo>
                  <a:pt x="0" y="531091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4D5B7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22850" rIns="45700" bIns="2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11a5e569313_0_329">
            <a:hlinkClick r:id="" action="ppaction://hlinkshowjump?jump=nextslide"/>
          </p:cNvPr>
          <p:cNvSpPr/>
          <p:nvPr/>
        </p:nvSpPr>
        <p:spPr>
          <a:xfrm>
            <a:off x="898910" y="6400080"/>
            <a:ext cx="357000" cy="357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105000" y="60000"/>
                </a:moveTo>
                <a:lnTo>
                  <a:pt x="15000" y="15000"/>
                </a:lnTo>
                <a:lnTo>
                  <a:pt x="15000" y="105000"/>
                </a:lnTo>
                <a:close/>
              </a:path>
              <a:path w="120000" h="120000" fill="darken" extrusionOk="0">
                <a:moveTo>
                  <a:pt x="105000" y="60000"/>
                </a:moveTo>
                <a:lnTo>
                  <a:pt x="15000" y="15000"/>
                </a:lnTo>
                <a:lnTo>
                  <a:pt x="15000" y="105000"/>
                </a:lnTo>
                <a:close/>
              </a:path>
              <a:path w="120000" h="120000" fill="none" extrusionOk="0">
                <a:moveTo>
                  <a:pt x="105000" y="60000"/>
                </a:moveTo>
                <a:lnTo>
                  <a:pt x="15000" y="105000"/>
                </a:lnTo>
                <a:lnTo>
                  <a:pt x="15000" y="15000"/>
                </a:lnTo>
                <a:close/>
              </a:path>
              <a:path w="120000" h="120000" fill="none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00CAC5">
              <a:alpha val="0"/>
            </a:srgbClr>
          </a:solidFill>
          <a:ln>
            <a:noFill/>
          </a:ln>
        </p:spPr>
        <p:txBody>
          <a:bodyPr spcFirstLastPara="1" wrap="square" lIns="45700" tIns="22850" rIns="45700" bIns="2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11a5e569313_0_329">
            <a:hlinkClick r:id="" action="ppaction://hlinkshowjump?jump=previousslide"/>
          </p:cNvPr>
          <p:cNvSpPr/>
          <p:nvPr/>
        </p:nvSpPr>
        <p:spPr>
          <a:xfrm>
            <a:off x="120519" y="6393180"/>
            <a:ext cx="357000" cy="357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w="120000" h="120000" fill="darken" extrusionOk="0"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w="120000" h="120000" fill="none" extrusionOk="0"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w="120000" h="120000" fill="none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00CAC5">
              <a:alpha val="0"/>
            </a:srgbClr>
          </a:solidFill>
          <a:ln>
            <a:noFill/>
          </a:ln>
        </p:spPr>
        <p:txBody>
          <a:bodyPr spcFirstLastPara="1" wrap="square" lIns="45700" tIns="22850" rIns="45700" bIns="2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9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"/>
          <p:cNvPicPr preferRelativeResize="0"/>
          <p:nvPr/>
        </p:nvPicPr>
        <p:blipFill rotWithShape="1">
          <a:blip r:embed="rId4">
            <a:alphaModFix/>
          </a:blip>
          <a:srcRect t="32842" r="28915"/>
          <a:stretch/>
        </p:blipFill>
        <p:spPr>
          <a:xfrm>
            <a:off x="8207105" y="0"/>
            <a:ext cx="4024406" cy="389682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"/>
          <p:cNvSpPr/>
          <p:nvPr/>
        </p:nvSpPr>
        <p:spPr>
          <a:xfrm rot="5400000">
            <a:off x="3638706" y="-2625193"/>
            <a:ext cx="1464046" cy="874835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BF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1"/>
          <p:cNvPicPr preferRelativeResize="0"/>
          <p:nvPr/>
        </p:nvPicPr>
        <p:blipFill rotWithShape="1">
          <a:blip r:embed="rId5">
            <a:alphaModFix/>
          </a:blip>
          <a:srcRect l="43317" t="6045" b="25389"/>
          <a:stretch/>
        </p:blipFill>
        <p:spPr>
          <a:xfrm>
            <a:off x="0" y="3996267"/>
            <a:ext cx="3097926" cy="286173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"/>
          <p:cNvSpPr/>
          <p:nvPr/>
        </p:nvSpPr>
        <p:spPr>
          <a:xfrm>
            <a:off x="1639614" y="4907845"/>
            <a:ext cx="5299711" cy="519288"/>
          </a:xfrm>
          <a:prstGeom prst="roundRect">
            <a:avLst>
              <a:gd name="adj" fmla="val 50000"/>
            </a:avLst>
          </a:prstGeom>
          <a:solidFill>
            <a:schemeClr val="lt1">
              <a:alpha val="68627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/>
              <a:t>Grupo Faraday</a:t>
            </a:r>
            <a:endParaRPr sz="1500"/>
          </a:p>
        </p:txBody>
      </p:sp>
      <p:sp>
        <p:nvSpPr>
          <p:cNvPr id="132" name="Google Shape;132;p1"/>
          <p:cNvSpPr txBox="1"/>
          <p:nvPr/>
        </p:nvSpPr>
        <p:spPr>
          <a:xfrm>
            <a:off x="1639614" y="5588616"/>
            <a:ext cx="436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lt1"/>
                </a:solidFill>
              </a:rPr>
              <a:t>Medellín, Antioquia  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 txBox="1"/>
          <p:nvPr/>
        </p:nvSpPr>
        <p:spPr>
          <a:xfrm>
            <a:off x="2419083" y="2802635"/>
            <a:ext cx="7744247" cy="1856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Open Sans"/>
              <a:buNone/>
            </a:pPr>
            <a:endParaRPr sz="5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" name="Google Shape;134;p1"/>
          <p:cNvGrpSpPr/>
          <p:nvPr/>
        </p:nvGrpSpPr>
        <p:grpSpPr>
          <a:xfrm>
            <a:off x="5407378" y="1437669"/>
            <a:ext cx="2757195" cy="584735"/>
            <a:chOff x="5407378" y="1437669"/>
            <a:chExt cx="2757195" cy="584735"/>
          </a:xfrm>
        </p:grpSpPr>
        <p:sp>
          <p:nvSpPr>
            <p:cNvPr id="135" name="Google Shape;135;p1"/>
            <p:cNvSpPr txBox="1"/>
            <p:nvPr/>
          </p:nvSpPr>
          <p:spPr>
            <a:xfrm>
              <a:off x="5643888" y="1437669"/>
              <a:ext cx="2520685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/>
            </a:p>
          </p:txBody>
        </p:sp>
        <p:cxnSp>
          <p:nvCxnSpPr>
            <p:cNvPr id="136" name="Google Shape;136;p1"/>
            <p:cNvCxnSpPr/>
            <p:nvPr/>
          </p:nvCxnSpPr>
          <p:spPr>
            <a:xfrm>
              <a:off x="5407378" y="1484133"/>
              <a:ext cx="0" cy="538271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37" name="Google Shape;137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428436" y="1338588"/>
            <a:ext cx="2537547" cy="82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3;p1">
            <a:extLst>
              <a:ext uri="{FF2B5EF4-FFF2-40B4-BE49-F238E27FC236}">
                <a16:creationId xmlns:a16="http://schemas.microsoft.com/office/drawing/2014/main" id="{FC46E3E5-5D55-9B87-C638-F0FF7790071D}"/>
              </a:ext>
            </a:extLst>
          </p:cNvPr>
          <p:cNvSpPr txBox="1"/>
          <p:nvPr/>
        </p:nvSpPr>
        <p:spPr>
          <a:xfrm>
            <a:off x="1639614" y="2524810"/>
            <a:ext cx="10310648" cy="2542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Open Sans"/>
              <a:buNone/>
            </a:pPr>
            <a:r>
              <a:rPr lang="es-MX" sz="5000" b="1">
                <a:solidFill>
                  <a:schemeClr val="lt1"/>
                </a:solidFill>
              </a:rPr>
              <a:t>ALMA – Asistente de Voz</a:t>
            </a:r>
          </a:p>
          <a:p>
            <a:pPr marL="0" marR="0" lvl="0" indent="0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Open Sans"/>
              <a:buNone/>
            </a:pPr>
            <a:endParaRPr lang="es-MX" sz="5000" b="1">
              <a:solidFill>
                <a:schemeClr val="lt1"/>
              </a:solidFill>
            </a:endParaRPr>
          </a:p>
          <a:p>
            <a:pPr marL="0" marR="0" lvl="0" indent="0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Open Sans"/>
              <a:buNone/>
            </a:pPr>
            <a:r>
              <a:rPr lang="es-MX" sz="2800">
                <a:solidFill>
                  <a:schemeClr val="lt1"/>
                </a:solidFill>
              </a:rPr>
              <a:t>Diseño de Dispositivos Electrónicos</a:t>
            </a:r>
            <a:endParaRPr sz="280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B6D9B850-1744-2449-6A9F-E73B1586B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3FC8700-B49B-57AB-E5BC-4291A9DB7F98}"/>
              </a:ext>
            </a:extLst>
          </p:cNvPr>
          <p:cNvSpPr txBox="1"/>
          <p:nvPr/>
        </p:nvSpPr>
        <p:spPr>
          <a:xfrm>
            <a:off x="763977" y="418178"/>
            <a:ext cx="10376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400" b="1">
                <a:solidFill>
                  <a:srgbClr val="3F3F3F"/>
                </a:solidFill>
              </a:rPr>
              <a:t>Descripción del Producto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1606485-EBF6-7B50-83F0-A2A39E45D309}"/>
              </a:ext>
            </a:extLst>
          </p:cNvPr>
          <p:cNvSpPr txBox="1"/>
          <p:nvPr/>
        </p:nvSpPr>
        <p:spPr>
          <a:xfrm>
            <a:off x="609600" y="990600"/>
            <a:ext cx="88487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800" b="1" i="1"/>
              <a:t>¿Qué es ALMA?</a:t>
            </a:r>
          </a:p>
          <a:p>
            <a:endParaRPr lang="es-419" sz="1800" b="1" i="1"/>
          </a:p>
          <a:p>
            <a:r>
              <a:rPr lang="es-419" sz="1800" b="1" i="1"/>
              <a:t>Es un asistente de voz inteligente con pantalla táctil, audio bidireccional</a:t>
            </a:r>
            <a:r>
              <a:rPr lang="es-CO" sz="1800" b="1" i="1"/>
              <a:t>, </a:t>
            </a:r>
            <a:r>
              <a:rPr lang="es-CO" sz="1800" b="1" i="1" err="1"/>
              <a:t>WiFi</a:t>
            </a:r>
            <a:r>
              <a:rPr lang="es-CO" sz="1800" b="1" i="1"/>
              <a:t>, </a:t>
            </a:r>
            <a:r>
              <a:rPr lang="es-CO" sz="1800" b="1" i="1" err="1"/>
              <a:t>Blueetoth</a:t>
            </a:r>
            <a:r>
              <a:rPr lang="es-CO" sz="1800" b="1" i="1"/>
              <a:t>, y procesamiento local basado en RK3568</a:t>
            </a:r>
            <a:endParaRPr lang="es-419" sz="1800" b="1" i="1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3C5A9D3-C48E-73DA-D966-75371C0635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06"/>
          <a:stretch>
            <a:fillRect/>
          </a:stretch>
        </p:blipFill>
        <p:spPr>
          <a:xfrm>
            <a:off x="3149600" y="2457629"/>
            <a:ext cx="5403244" cy="398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308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8A6F46DC-901C-82EE-2F3B-F34F8A560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679C197-C01D-1E20-F388-1A7662FEDD90}"/>
              </a:ext>
            </a:extLst>
          </p:cNvPr>
          <p:cNvSpPr txBox="1"/>
          <p:nvPr/>
        </p:nvSpPr>
        <p:spPr>
          <a:xfrm>
            <a:off x="763977" y="418178"/>
            <a:ext cx="10376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400" b="1">
                <a:solidFill>
                  <a:srgbClr val="3F3F3F"/>
                </a:solidFill>
              </a:rPr>
              <a:t>Descripción del Producto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0715174-E872-A85E-9227-80E8813FFD66}"/>
              </a:ext>
            </a:extLst>
          </p:cNvPr>
          <p:cNvSpPr txBox="1"/>
          <p:nvPr/>
        </p:nvSpPr>
        <p:spPr>
          <a:xfrm>
            <a:off x="609600" y="1257300"/>
            <a:ext cx="88487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800" b="1" i="1"/>
              <a:t>¿Qué es ALMA?</a:t>
            </a:r>
          </a:p>
          <a:p>
            <a:endParaRPr lang="es-419" sz="1800" b="1" i="1"/>
          </a:p>
          <a:p>
            <a:r>
              <a:rPr lang="es-419" sz="1800" b="1" i="1"/>
              <a:t>Es un asistente de voz inteligente con pantalla táctil, audio bidireccional</a:t>
            </a:r>
            <a:r>
              <a:rPr lang="es-CO" sz="1800" b="1" i="1"/>
              <a:t>, </a:t>
            </a:r>
            <a:r>
              <a:rPr lang="es-CO" sz="1800" b="1" i="1" err="1"/>
              <a:t>WiFi</a:t>
            </a:r>
            <a:r>
              <a:rPr lang="es-CO" sz="1800" b="1" i="1"/>
              <a:t>, </a:t>
            </a:r>
            <a:r>
              <a:rPr lang="es-CO" sz="1800" b="1" i="1" err="1"/>
              <a:t>Blueetoth</a:t>
            </a:r>
            <a:r>
              <a:rPr lang="es-CO" sz="1800" b="1" i="1"/>
              <a:t>, y procesamiento local basado en RK3568</a:t>
            </a:r>
            <a:endParaRPr lang="es-419" sz="1800" b="1" i="1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A205DDE-0ADA-495B-5D2C-4813744D4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344" y="2371606"/>
            <a:ext cx="6361312" cy="42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10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3EB10221-B925-780B-21FD-A6B0F037B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C9726F9-31F3-549B-E094-4ABE9AAF73A7}"/>
              </a:ext>
            </a:extLst>
          </p:cNvPr>
          <p:cNvSpPr txBox="1"/>
          <p:nvPr/>
        </p:nvSpPr>
        <p:spPr>
          <a:xfrm>
            <a:off x="763977" y="418178"/>
            <a:ext cx="10376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400" b="1">
                <a:solidFill>
                  <a:srgbClr val="3F3F3F"/>
                </a:solidFill>
              </a:rPr>
              <a:t>Distribución del Trabajo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8B5898C5-63D6-31C8-8EEA-F900B92A67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488192"/>
              </p:ext>
            </p:extLst>
          </p:nvPr>
        </p:nvGraphicFramePr>
        <p:xfrm>
          <a:off x="2247900" y="1700741"/>
          <a:ext cx="8128000" cy="433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96272049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0055630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O"/>
                        <a:t>Integrante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/>
                        <a:t>Función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665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/>
                        <a:t>David Suarez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419"/>
                        <a:t>Diseño de esquemáticos de drivers. Enrutar PCB. Análisis de costos</a:t>
                      </a:r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615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/>
                        <a:t>Jorge Montaña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/>
                        <a:t>Diseño de esquemáticos de drivers. Crear reglas de y enrutar PCB.</a:t>
                      </a:r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455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/>
                        <a:t>Julián </a:t>
                      </a:r>
                      <a:r>
                        <a:rPr lang="es-CO" err="1"/>
                        <a:t>Sanchez</a:t>
                      </a:r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/>
                        <a:t>Diseño esquemáticos de RAM. Establecimiento de Requisitos. Enrutar PCB. </a:t>
                      </a:r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8990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419"/>
                        <a:t>Santiago Arcila</a:t>
                      </a:r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/>
                        <a:t>Diseño esquemáticos de potencia. Diseño y enrutar PCB de micrófonos. Análisis de desafíos y mejoras</a:t>
                      </a:r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297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419"/>
                        <a:t>Santiago Vargas</a:t>
                      </a:r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/>
                        <a:t>Diseño de esquemáticos de potencia. Garantizar jerarquía de esquemáticos. </a:t>
                      </a:r>
                      <a:r>
                        <a:rPr lang="es-419" err="1"/>
                        <a:t>Placement</a:t>
                      </a:r>
                      <a:r>
                        <a:rPr lang="es-419"/>
                        <a:t> de componentes. Establecer reglas para enrutado. Enrutar  PCB y verificar. </a:t>
                      </a:r>
                      <a:r>
                        <a:rPr lang="es-419" err="1"/>
                        <a:t>Lider</a:t>
                      </a:r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9182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419"/>
                        <a:t>Yonathan </a:t>
                      </a:r>
                      <a:r>
                        <a:rPr lang="es-419" err="1"/>
                        <a:t>Lopez</a:t>
                      </a:r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/>
                        <a:t>Encargado de establecer los requisitos del producto. Diseño esquemáticos de componentes del procesador</a:t>
                      </a:r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623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6044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AD2EDBE1-E91D-6027-55EC-98D699E1C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8BA447B-3EC9-1F21-1C77-0A5CF73EF12C}"/>
              </a:ext>
            </a:extLst>
          </p:cNvPr>
          <p:cNvSpPr txBox="1"/>
          <p:nvPr/>
        </p:nvSpPr>
        <p:spPr>
          <a:xfrm>
            <a:off x="763977" y="418178"/>
            <a:ext cx="10376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400" b="1">
                <a:solidFill>
                  <a:srgbClr val="3F3F3F"/>
                </a:solidFill>
              </a:rPr>
              <a:t>Diseño de </a:t>
            </a:r>
            <a:r>
              <a:rPr lang="es-419" sz="2400" b="1" err="1">
                <a:solidFill>
                  <a:srgbClr val="3F3F3F"/>
                </a:solidFill>
              </a:rPr>
              <a:t>PCBs</a:t>
            </a:r>
            <a:endParaRPr lang="es-419" sz="2400" b="1">
              <a:solidFill>
                <a:srgbClr val="3F3F3F"/>
              </a:solidFill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9065383B-C552-F67A-CCAA-2DC85569E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040696"/>
              </p:ext>
            </p:extLst>
          </p:nvPr>
        </p:nvGraphicFramePr>
        <p:xfrm>
          <a:off x="1888008" y="1399540"/>
          <a:ext cx="8128000" cy="454660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07410186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2498750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O"/>
                        <a:t>Nombre de PCB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/>
                        <a:t>Descripción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29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600"/>
                        <a:t>PCB Principal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600"/>
                        <a:t>Contiene: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O" sz="1600"/>
                        <a:t>Procesador, RAM, Flash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O" sz="1600"/>
                        <a:t>Comunicación Inalámbrica (BT, </a:t>
                      </a:r>
                      <a:r>
                        <a:rPr lang="es-CO" sz="1600" err="1"/>
                        <a:t>WiFi</a:t>
                      </a:r>
                      <a:r>
                        <a:rPr lang="es-CO" sz="1600"/>
                        <a:t>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O" sz="1600"/>
                        <a:t>Convertidores Buck 12-5V, 5-3.3V, 1.8-0.6V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O" sz="1600"/>
                        <a:t>Regulador 3.3 a 1.8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O" sz="1600"/>
                        <a:t>Conectores a MIPI a </a:t>
                      </a:r>
                      <a:r>
                        <a:rPr lang="es-CO" sz="1600" err="1"/>
                        <a:t>display</a:t>
                      </a:r>
                      <a:endParaRPr lang="es-CO" sz="160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O" sz="1600"/>
                        <a:t>Conectores a señales de PCB2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O" sz="1600"/>
                        <a:t>Conector de Alimentación 12V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O" sz="1600"/>
                        <a:t>Salida a Parlantes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465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600"/>
                        <a:t>PCB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600"/>
                        <a:t>Micrófonos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O" sz="1600"/>
                        <a:t>LED indicador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O" sz="1600"/>
                        <a:t>Iluminación RGB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O" sz="1600"/>
                        <a:t>Botones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0128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600"/>
                        <a:t>PCB 3 – Plug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600"/>
                        <a:t>Entrada de Alimentación 12V con protección.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061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4214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27DB7291-324E-1B31-732A-4D330C134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07" y="1409700"/>
            <a:ext cx="6693164" cy="448612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D11335E-8DAE-592E-A6D8-C34C5816B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005" y="3561484"/>
            <a:ext cx="4895764" cy="2716751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55A0C586-FA5D-2C4A-7248-8BB0BAAAC354}"/>
              </a:ext>
            </a:extLst>
          </p:cNvPr>
          <p:cNvSpPr/>
          <p:nvPr/>
        </p:nvSpPr>
        <p:spPr>
          <a:xfrm>
            <a:off x="3105896" y="5118100"/>
            <a:ext cx="2238375" cy="628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BF7CFDF-682A-628F-439D-341B70C082CE}"/>
              </a:ext>
            </a:extLst>
          </p:cNvPr>
          <p:cNvSpPr txBox="1"/>
          <p:nvPr/>
        </p:nvSpPr>
        <p:spPr>
          <a:xfrm>
            <a:off x="763977" y="418178"/>
            <a:ext cx="10376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400" b="1">
                <a:solidFill>
                  <a:srgbClr val="3F3F3F"/>
                </a:solidFill>
              </a:rPr>
              <a:t>Diseño de </a:t>
            </a:r>
            <a:r>
              <a:rPr lang="es-419" sz="2400" b="1" err="1">
                <a:solidFill>
                  <a:srgbClr val="3F3F3F"/>
                </a:solidFill>
              </a:rPr>
              <a:t>PCBs</a:t>
            </a:r>
            <a:r>
              <a:rPr lang="es-419" sz="2400" b="1">
                <a:solidFill>
                  <a:srgbClr val="3F3F3F"/>
                </a:solidFill>
              </a:rPr>
              <a:t> ✨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D3D2E0D-33B6-A2D0-8B3E-C9CB13AED275}"/>
              </a:ext>
            </a:extLst>
          </p:cNvPr>
          <p:cNvSpPr txBox="1"/>
          <p:nvPr/>
        </p:nvSpPr>
        <p:spPr>
          <a:xfrm>
            <a:off x="7772400" y="1603177"/>
            <a:ext cx="1590675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419" b="1"/>
              <a:t>PCB Principal</a:t>
            </a:r>
            <a:endParaRPr lang="es-CO" b="1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9E38CDD-0DC2-C18B-A6FC-41AEEDA2B7B3}"/>
              </a:ext>
            </a:extLst>
          </p:cNvPr>
          <p:cNvSpPr/>
          <p:nvPr/>
        </p:nvSpPr>
        <p:spPr>
          <a:xfrm>
            <a:off x="5468096" y="5118100"/>
            <a:ext cx="1228725" cy="628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A0E64D2-69F7-E91A-0847-C976588F532F}"/>
              </a:ext>
            </a:extLst>
          </p:cNvPr>
          <p:cNvSpPr/>
          <p:nvPr/>
        </p:nvSpPr>
        <p:spPr>
          <a:xfrm>
            <a:off x="381747" y="3639909"/>
            <a:ext cx="990600" cy="18210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689AAE6-C0FA-BCA3-6C9B-94751E079BD7}"/>
              </a:ext>
            </a:extLst>
          </p:cNvPr>
          <p:cNvSpPr/>
          <p:nvPr/>
        </p:nvSpPr>
        <p:spPr>
          <a:xfrm>
            <a:off x="381748" y="1673377"/>
            <a:ext cx="828674" cy="8253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85ACEA6-9B6D-68AD-59E3-888F1AE8591A}"/>
              </a:ext>
            </a:extLst>
          </p:cNvPr>
          <p:cNvSpPr txBox="1"/>
          <p:nvPr/>
        </p:nvSpPr>
        <p:spPr>
          <a:xfrm>
            <a:off x="3496421" y="6016625"/>
            <a:ext cx="1195821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419" b="1"/>
              <a:t>Conexión </a:t>
            </a:r>
            <a:r>
              <a:rPr lang="es-419" b="1" err="1"/>
              <a:t>Display</a:t>
            </a:r>
            <a:endParaRPr lang="es-CO" b="1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54515AB-97F7-D207-BC53-C18B58748E16}"/>
              </a:ext>
            </a:extLst>
          </p:cNvPr>
          <p:cNvSpPr txBox="1"/>
          <p:nvPr/>
        </p:nvSpPr>
        <p:spPr>
          <a:xfrm>
            <a:off x="5621543" y="6016625"/>
            <a:ext cx="1195821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419" b="1"/>
              <a:t>Conexión PCB2</a:t>
            </a:r>
            <a:endParaRPr lang="es-CO" b="1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35E4CED-CCA3-2494-673D-096DD2D4C719}"/>
              </a:ext>
            </a:extLst>
          </p:cNvPr>
          <p:cNvSpPr txBox="1"/>
          <p:nvPr/>
        </p:nvSpPr>
        <p:spPr>
          <a:xfrm>
            <a:off x="381747" y="6016625"/>
            <a:ext cx="1195821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419" b="1"/>
              <a:t>Salida Bocinas</a:t>
            </a:r>
            <a:endParaRPr lang="es-CO" b="1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F2D7F14-77D6-ADA0-55F8-3B896B463501}"/>
              </a:ext>
            </a:extLst>
          </p:cNvPr>
          <p:cNvSpPr txBox="1"/>
          <p:nvPr/>
        </p:nvSpPr>
        <p:spPr>
          <a:xfrm>
            <a:off x="279136" y="1089756"/>
            <a:ext cx="1359164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419" b="1"/>
              <a:t>Entrada 12V de PCB 3</a:t>
            </a:r>
            <a:endParaRPr lang="es-CO" b="1"/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BA3AA2AA-6244-C6BA-9361-2B06C6B57795}"/>
              </a:ext>
            </a:extLst>
          </p:cNvPr>
          <p:cNvCxnSpPr>
            <a:endCxn id="19" idx="0"/>
          </p:cNvCxnSpPr>
          <p:nvPr/>
        </p:nvCxnSpPr>
        <p:spPr>
          <a:xfrm>
            <a:off x="6146800" y="5746750"/>
            <a:ext cx="72654" cy="269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326FD2F7-8EFD-4E82-71C4-9A09A78FF53F}"/>
              </a:ext>
            </a:extLst>
          </p:cNvPr>
          <p:cNvCxnSpPr>
            <a:endCxn id="18" idx="0"/>
          </p:cNvCxnSpPr>
          <p:nvPr/>
        </p:nvCxnSpPr>
        <p:spPr>
          <a:xfrm>
            <a:off x="4094331" y="5746750"/>
            <a:ext cx="1" cy="269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54A4C68D-6078-C202-B6BB-DE38EF4887E8}"/>
              </a:ext>
            </a:extLst>
          </p:cNvPr>
          <p:cNvCxnSpPr>
            <a:stCxn id="16" idx="2"/>
          </p:cNvCxnSpPr>
          <p:nvPr/>
        </p:nvCxnSpPr>
        <p:spPr>
          <a:xfrm flipH="1">
            <a:off x="877046" y="5461000"/>
            <a:ext cx="1" cy="555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C2D894CF-FE50-37DE-E126-6C22F9C39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2492" y="2215321"/>
            <a:ext cx="1041796" cy="1041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5544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A2039A2-4B63-F060-2AAF-A0982106B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88" y="842031"/>
            <a:ext cx="8623300" cy="305795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FB970C5-04D5-16D0-DB52-43139E675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988" y="3899986"/>
            <a:ext cx="7988300" cy="268545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05580347-13CF-EB36-142E-8BB31DAF6FB2}"/>
              </a:ext>
            </a:extLst>
          </p:cNvPr>
          <p:cNvSpPr txBox="1"/>
          <p:nvPr/>
        </p:nvSpPr>
        <p:spPr>
          <a:xfrm>
            <a:off x="763977" y="418178"/>
            <a:ext cx="10376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400" b="1">
                <a:solidFill>
                  <a:srgbClr val="3F3F3F"/>
                </a:solidFill>
              </a:rPr>
              <a:t>Diseño de </a:t>
            </a:r>
            <a:r>
              <a:rPr lang="es-419" sz="2400" b="1" err="1">
                <a:solidFill>
                  <a:srgbClr val="3F3F3F"/>
                </a:solidFill>
              </a:rPr>
              <a:t>PCBs</a:t>
            </a:r>
            <a:endParaRPr lang="es-419" sz="2400" b="1">
              <a:solidFill>
                <a:srgbClr val="3F3F3F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A47DF56-BA78-ECC6-0841-34A0E36406BA}"/>
              </a:ext>
            </a:extLst>
          </p:cNvPr>
          <p:cNvSpPr txBox="1"/>
          <p:nvPr/>
        </p:nvSpPr>
        <p:spPr>
          <a:xfrm>
            <a:off x="9667875" y="2082137"/>
            <a:ext cx="1590675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419" b="1"/>
              <a:t>PCB Secundaria</a:t>
            </a:r>
            <a:endParaRPr lang="es-CO" b="1"/>
          </a:p>
        </p:txBody>
      </p:sp>
    </p:spTree>
    <p:extLst>
      <p:ext uri="{BB962C8B-B14F-4D97-AF65-F5344CB8AC3E}">
        <p14:creationId xmlns:p14="http://schemas.microsoft.com/office/powerpoint/2010/main" val="1867185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33C3904-8B0B-3EE8-FFE9-975FFFA2E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736" y="1942802"/>
            <a:ext cx="7535327" cy="426779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C5E4CC7-2F6F-A9FD-4ECE-335D10BFA1D0}"/>
              </a:ext>
            </a:extLst>
          </p:cNvPr>
          <p:cNvSpPr txBox="1"/>
          <p:nvPr/>
        </p:nvSpPr>
        <p:spPr>
          <a:xfrm>
            <a:off x="763977" y="418178"/>
            <a:ext cx="10376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400" b="1">
                <a:solidFill>
                  <a:srgbClr val="3F3F3F"/>
                </a:solidFill>
              </a:rPr>
              <a:t>Diseño de </a:t>
            </a:r>
            <a:r>
              <a:rPr lang="es-419" sz="2400" b="1" err="1">
                <a:solidFill>
                  <a:srgbClr val="3F3F3F"/>
                </a:solidFill>
              </a:rPr>
              <a:t>PCBs</a:t>
            </a:r>
            <a:endParaRPr lang="es-419" sz="2400" b="1">
              <a:solidFill>
                <a:srgbClr val="3F3F3F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0F5D5BF-394A-98C8-9AD1-1C583BF19A71}"/>
              </a:ext>
            </a:extLst>
          </p:cNvPr>
          <p:cNvSpPr txBox="1"/>
          <p:nvPr/>
        </p:nvSpPr>
        <p:spPr>
          <a:xfrm>
            <a:off x="5628158" y="1279327"/>
            <a:ext cx="1590675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419" b="1"/>
              <a:t>PCB </a:t>
            </a:r>
            <a:r>
              <a:rPr lang="es-419" b="1" err="1"/>
              <a:t>plug</a:t>
            </a:r>
            <a:r>
              <a:rPr lang="es-419" b="1"/>
              <a:t> Alimentación</a:t>
            </a:r>
            <a:endParaRPr lang="es-CO" b="1"/>
          </a:p>
        </p:txBody>
      </p:sp>
    </p:spTree>
    <p:extLst>
      <p:ext uri="{BB962C8B-B14F-4D97-AF65-F5344CB8AC3E}">
        <p14:creationId xmlns:p14="http://schemas.microsoft.com/office/powerpoint/2010/main" val="521313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20306546-AFE6-1989-19ED-3E6E054C9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3A225C3-19AF-1147-AF54-3BB7698F918E}"/>
              </a:ext>
            </a:extLst>
          </p:cNvPr>
          <p:cNvSpPr txBox="1"/>
          <p:nvPr/>
        </p:nvSpPr>
        <p:spPr>
          <a:xfrm>
            <a:off x="763977" y="418178"/>
            <a:ext cx="10376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400" b="1">
                <a:solidFill>
                  <a:srgbClr val="3F3F3F"/>
                </a:solidFill>
              </a:rPr>
              <a:t>Integridad de Señal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D5570324-7CC6-5A5D-B457-0103A79B8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481155"/>
              </p:ext>
            </p:extLst>
          </p:nvPr>
        </p:nvGraphicFramePr>
        <p:xfrm>
          <a:off x="590550" y="1070343"/>
          <a:ext cx="11010900" cy="5527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43125">
                  <a:extLst>
                    <a:ext uri="{9D8B030D-6E8A-4147-A177-3AD203B41FA5}">
                      <a16:colId xmlns:a16="http://schemas.microsoft.com/office/drawing/2014/main" val="1774771483"/>
                    </a:ext>
                  </a:extLst>
                </a:gridCol>
                <a:gridCol w="3362325">
                  <a:extLst>
                    <a:ext uri="{9D8B030D-6E8A-4147-A177-3AD203B41FA5}">
                      <a16:colId xmlns:a16="http://schemas.microsoft.com/office/drawing/2014/main" val="783900476"/>
                    </a:ext>
                  </a:extLst>
                </a:gridCol>
                <a:gridCol w="2752725">
                  <a:extLst>
                    <a:ext uri="{9D8B030D-6E8A-4147-A177-3AD203B41FA5}">
                      <a16:colId xmlns:a16="http://schemas.microsoft.com/office/drawing/2014/main" val="2585620950"/>
                    </a:ext>
                  </a:extLst>
                </a:gridCol>
                <a:gridCol w="2752725">
                  <a:extLst>
                    <a:ext uri="{9D8B030D-6E8A-4147-A177-3AD203B41FA5}">
                      <a16:colId xmlns:a16="http://schemas.microsoft.com/office/drawing/2014/main" val="20748947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Nombre restricción</a:t>
                      </a:r>
                      <a:endParaRPr lang="es-CO" sz="18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Señales críticas</a:t>
                      </a:r>
                      <a:endParaRPr lang="es-CO" sz="18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Explicación</a:t>
                      </a:r>
                      <a:endParaRPr lang="es-CO" sz="18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Valor de restricción</a:t>
                      </a:r>
                      <a:endParaRPr lang="es-CO" sz="18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493425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Continuidad del retorno</a:t>
                      </a:r>
                      <a:endParaRPr lang="es-CO" sz="1800" b="1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Todas las señales rápidas (DDR, FLASH, </a:t>
                      </a:r>
                      <a:r>
                        <a:rPr lang="es-CO" sz="14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WiFi</a:t>
                      </a:r>
                      <a:r>
                        <a:rPr lang="es-CO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/BT)</a:t>
                      </a:r>
                      <a:endParaRPr lang="es-CO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La corriente de retorno debe tener plano continuo debajo de la pista. Evitar cruces de particiones de GND.</a:t>
                      </a:r>
                      <a:endParaRPr lang="es-CO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Plano continuo obligatorio bajo señales críticas</a:t>
                      </a:r>
                      <a:endParaRPr lang="es-CO" sz="1400" b="1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57182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Control de impedancia</a:t>
                      </a:r>
                      <a:endParaRPr lang="es-CO" sz="1800" b="1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USB, señales diferenciales (MIPI, DDR), </a:t>
                      </a:r>
                      <a:r>
                        <a:rPr lang="es-CO" sz="14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clocks</a:t>
                      </a:r>
                      <a:r>
                        <a:rPr lang="es-CO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 rápidos</a:t>
                      </a:r>
                      <a:endParaRPr lang="es-CO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Mantener impedancia característica definida.</a:t>
                      </a:r>
                      <a:endParaRPr lang="es-CO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50 Ω single-</a:t>
                      </a:r>
                      <a:r>
                        <a:rPr lang="es-CO" sz="1400" b="1" u="none" strike="noStrike" err="1">
                          <a:solidFill>
                            <a:srgbClr val="000000"/>
                          </a:solidFill>
                          <a:effectLst/>
                        </a:rPr>
                        <a:t>ended</a:t>
                      </a:r>
                      <a:r>
                        <a:rPr lang="es-CO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, 100 Ω diferencial LVDS</a:t>
                      </a:r>
                      <a:endParaRPr lang="es-CO" sz="1400" b="1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843631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Pareado de longitudes</a:t>
                      </a:r>
                      <a:endParaRPr lang="es-CO" sz="1800" b="1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señales diferenciales (MIPI, DDR)</a:t>
                      </a:r>
                      <a:endParaRPr lang="es-CO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Igualar tiempos de propagación entre líneas del par.</a:t>
                      </a:r>
                      <a:endParaRPr lang="es-CO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DDR: ≤ 5 mil; FLASH/eMMC: ≤ 120 mil</a:t>
                      </a:r>
                      <a:endParaRPr lang="es-ES" sz="1400" i="0" noProof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>
                        <a:spcAft>
                          <a:spcPts val="1000"/>
                        </a:spcAft>
                        <a:buNone/>
                      </a:pPr>
                      <a:endParaRPr lang="es-CO" sz="1400" b="1" u="none" strike="noStrike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310200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Control de </a:t>
                      </a:r>
                      <a:r>
                        <a:rPr lang="es-CO" sz="1400" b="1" u="none" strike="noStrike" err="1">
                          <a:solidFill>
                            <a:srgbClr val="000000"/>
                          </a:solidFill>
                          <a:effectLst/>
                        </a:rPr>
                        <a:t>skew</a:t>
                      </a:r>
                      <a:endParaRPr lang="es-CO" sz="1800" b="1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señales diferenciales (DDR)</a:t>
                      </a:r>
                      <a:endParaRPr lang="es-CO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Minimizar diferencia temporal entre conductores.</a:t>
                      </a:r>
                      <a:endParaRPr lang="es-CO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Longitudes del par igualadas; objetivo ≤ 5 mil</a:t>
                      </a:r>
                      <a:endParaRPr lang="es-ES" sz="140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>
                        <a:spcAft>
                          <a:spcPts val="1000"/>
                        </a:spcAft>
                        <a:buNone/>
                      </a:pPr>
                      <a:endParaRPr lang="es-CO" sz="1400" b="1" u="none" strike="noStrike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586307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Rutas cortas para </a:t>
                      </a:r>
                      <a:r>
                        <a:rPr lang="es-CO" sz="1400" b="1" u="none" strike="noStrike" err="1">
                          <a:solidFill>
                            <a:srgbClr val="000000"/>
                          </a:solidFill>
                          <a:effectLst/>
                        </a:rPr>
                        <a:t>clocks</a:t>
                      </a:r>
                      <a:endParaRPr lang="es-CO" sz="1800" b="1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Osciladores, MCLK, BCLK</a:t>
                      </a:r>
                      <a:endParaRPr lang="es-CO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Minimizar jitter, EMI y reflexiones.</a:t>
                      </a:r>
                      <a:endParaRPr lang="es-CO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Longitud mínima posible; sin cambios innecesarios de capa</a:t>
                      </a:r>
                      <a:endParaRPr lang="es-CO" sz="1400" b="1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489224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Separación de rutas ruidosas respecto al audio</a:t>
                      </a:r>
                      <a:endParaRPr lang="es-CO" sz="1800" b="1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Switching</a:t>
                      </a:r>
                      <a:r>
                        <a:rPr lang="es-CO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es-CO" sz="14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Clocks</a:t>
                      </a:r>
                      <a:r>
                        <a:rPr lang="es-CO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, USB</a:t>
                      </a:r>
                      <a:endParaRPr lang="es-CO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Reducir ruido conducido y radiado hacia audio.</a:t>
                      </a:r>
                      <a:endParaRPr lang="es-CO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≥ 20 mm cuando sea posible</a:t>
                      </a:r>
                      <a:endParaRPr lang="es-CO" sz="1400" b="1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691394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Restricciones para interfaces diferenciales</a:t>
                      </a:r>
                      <a:endParaRPr lang="es-CO" sz="1800" b="1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USB, señales diferenciales (MIPI, DDR)</a:t>
                      </a:r>
                      <a:endParaRPr lang="es-CO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Mantener acoplamiento uniforme.</a:t>
                      </a:r>
                      <a:endParaRPr lang="es-CO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Espaciado constante e impedancia diferencial controlada</a:t>
                      </a:r>
                      <a:endParaRPr lang="es-CO" sz="1400" b="1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18740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9203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4B6D6530-4703-5CDD-3E29-7C8D62872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03E9FD7-06DC-A711-18CB-10EC2D5B7E8F}"/>
              </a:ext>
            </a:extLst>
          </p:cNvPr>
          <p:cNvSpPr txBox="1"/>
          <p:nvPr/>
        </p:nvSpPr>
        <p:spPr>
          <a:xfrm>
            <a:off x="763977" y="418178"/>
            <a:ext cx="10376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400" b="1">
                <a:solidFill>
                  <a:srgbClr val="3F3F3F"/>
                </a:solidFill>
              </a:rPr>
              <a:t>Integridad de Señal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94375C05-6E75-E791-E6B9-32EA017A9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181965"/>
              </p:ext>
            </p:extLst>
          </p:nvPr>
        </p:nvGraphicFramePr>
        <p:xfrm>
          <a:off x="590550" y="1190174"/>
          <a:ext cx="11010900" cy="44602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43125">
                  <a:extLst>
                    <a:ext uri="{9D8B030D-6E8A-4147-A177-3AD203B41FA5}">
                      <a16:colId xmlns:a16="http://schemas.microsoft.com/office/drawing/2014/main" val="1290729319"/>
                    </a:ext>
                  </a:extLst>
                </a:gridCol>
                <a:gridCol w="3362325">
                  <a:extLst>
                    <a:ext uri="{9D8B030D-6E8A-4147-A177-3AD203B41FA5}">
                      <a16:colId xmlns:a16="http://schemas.microsoft.com/office/drawing/2014/main" val="2503268736"/>
                    </a:ext>
                  </a:extLst>
                </a:gridCol>
                <a:gridCol w="2752725">
                  <a:extLst>
                    <a:ext uri="{9D8B030D-6E8A-4147-A177-3AD203B41FA5}">
                      <a16:colId xmlns:a16="http://schemas.microsoft.com/office/drawing/2014/main" val="1508978413"/>
                    </a:ext>
                  </a:extLst>
                </a:gridCol>
                <a:gridCol w="2752725">
                  <a:extLst>
                    <a:ext uri="{9D8B030D-6E8A-4147-A177-3AD203B41FA5}">
                      <a16:colId xmlns:a16="http://schemas.microsoft.com/office/drawing/2014/main" val="293213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Nombre restricción</a:t>
                      </a:r>
                      <a:endParaRPr lang="es-CO" sz="18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Señales críticas</a:t>
                      </a:r>
                      <a:endParaRPr lang="es-CO" sz="18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Explicación</a:t>
                      </a:r>
                      <a:endParaRPr lang="es-CO" sz="18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Valor de restricción</a:t>
                      </a:r>
                      <a:endParaRPr lang="es-CO" sz="18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679417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Criterios de distribución de desacoples</a:t>
                      </a:r>
                      <a:endParaRPr lang="es-CO" sz="1800" b="1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Alimentaciones IC</a:t>
                      </a:r>
                      <a:endParaRPr lang="es-CO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Minimizar inductancia entre capacitor y pin.</a:t>
                      </a:r>
                      <a:endParaRPr lang="es-CO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200" b="1" i="0" u="none" strike="noStrike" noProof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Lo más cerca posible del pin; conexión corta y vía GND directa</a:t>
                      </a:r>
                      <a:endParaRPr lang="es-ES" sz="1200"/>
                    </a:p>
                    <a:p>
                      <a:pPr lvl="0">
                        <a:spcAft>
                          <a:spcPts val="1000"/>
                        </a:spcAft>
                        <a:buNone/>
                      </a:pPr>
                      <a:endParaRPr lang="es-CO" sz="140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480088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Restricciones de topología</a:t>
                      </a:r>
                      <a:endParaRPr lang="es-CO" sz="1800" b="1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DDR, </a:t>
                      </a:r>
                      <a:r>
                        <a:rPr lang="es-CO" sz="14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clocks</a:t>
                      </a:r>
                      <a:r>
                        <a:rPr lang="es-CO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, buses rápidos</a:t>
                      </a:r>
                      <a:endParaRPr lang="es-CO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Evitar reflexiones y diferencias de tiempo.</a:t>
                      </a:r>
                      <a:endParaRPr lang="es-CO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Daisy-</a:t>
                      </a:r>
                      <a:r>
                        <a:rPr lang="es-CO" sz="1400" b="1" u="none" strike="noStrike" err="1">
                          <a:solidFill>
                            <a:srgbClr val="000000"/>
                          </a:solidFill>
                          <a:effectLst/>
                        </a:rPr>
                        <a:t>chain</a:t>
                      </a:r>
                      <a:r>
                        <a:rPr lang="es-CO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 o estrella según interfaz; minimizar </a:t>
                      </a:r>
                      <a:r>
                        <a:rPr lang="es-CO" sz="1400" b="1" u="none" strike="noStrike" err="1">
                          <a:solidFill>
                            <a:srgbClr val="000000"/>
                          </a:solidFill>
                          <a:effectLst/>
                        </a:rPr>
                        <a:t>stubs</a:t>
                      </a:r>
                      <a:endParaRPr lang="es-CO" sz="1800" b="1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438412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Cambios de capa en señales críticas</a:t>
                      </a:r>
                      <a:endParaRPr lang="es-CO" sz="1800" b="1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USB, </a:t>
                      </a:r>
                      <a:r>
                        <a:rPr lang="es-CO" sz="14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clocks</a:t>
                      </a:r>
                      <a:r>
                        <a:rPr lang="es-CO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, señales diferenciales (MIPI, DDR)</a:t>
                      </a:r>
                      <a:endParaRPr lang="es-CO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Cada vía introduce discontinuidades.</a:t>
                      </a:r>
                      <a:endParaRPr lang="es-CO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Minimizar número de vías; agregar vía de retorno cercana</a:t>
                      </a:r>
                      <a:endParaRPr lang="es-CO" sz="1800" b="1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530261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Longitud máxima de </a:t>
                      </a:r>
                      <a:r>
                        <a:rPr lang="es-CO" sz="1400" b="1" i="0" u="none" strike="noStrike" err="1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stubs</a:t>
                      </a:r>
                      <a:endParaRPr lang="es-CO" sz="1800" b="1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Clocks</a:t>
                      </a:r>
                      <a:endParaRPr lang="es-CO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Los stubs generan reflexiones.</a:t>
                      </a:r>
                      <a:endParaRPr lang="es-CO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&lt; 1/10 de la longitud de onda efectiva</a:t>
                      </a:r>
                      <a:endParaRPr lang="es-CO" sz="1800" b="1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799138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Retorno de corriente en cambios de capa</a:t>
                      </a:r>
                      <a:endParaRPr lang="es-CO" sz="1800" b="1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Señales rápidas (DDR, FLASH, </a:t>
                      </a:r>
                      <a:r>
                        <a:rPr lang="es-CO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WiFi</a:t>
                      </a: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/BT)</a:t>
                      </a:r>
                      <a:endParaRPr lang="es-CO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Mantener continuidad del camino de retorno.</a:t>
                      </a:r>
                      <a:endParaRPr lang="es-CO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Vía de stitching GND a ≤ 2 mm de la vía de señal</a:t>
                      </a:r>
                      <a:endParaRPr lang="es-CO" sz="1800" b="1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531148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Vías en pares diferenciales</a:t>
                      </a:r>
                      <a:endParaRPr lang="es-CO" sz="1800" b="1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USB, señales diferenciales (MIPI, DDR)</a:t>
                      </a:r>
                      <a:endParaRPr lang="es-CO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Mantener simetría.</a:t>
                      </a:r>
                      <a:endParaRPr lang="es-CO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Ambas líneas deben usar el mismo número de vías</a:t>
                      </a:r>
                      <a:endParaRPr lang="es-CO" sz="1800" b="1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631662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Cruce entre capas ortogonales</a:t>
                      </a:r>
                      <a:endParaRPr lang="es-CO" sz="1800" b="1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Señales rápidas multicapa (DDR, FLASH, </a:t>
                      </a:r>
                      <a:r>
                        <a:rPr lang="es-CO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WiFi</a:t>
                      </a: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/BT)</a:t>
                      </a:r>
                      <a:endParaRPr lang="es-CO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Reduce acoplamiento entre capas adyacentes.</a:t>
                      </a:r>
                      <a:endParaRPr lang="es-CO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Preferir rutas a 90° respecto a la capa vecina</a:t>
                      </a:r>
                      <a:endParaRPr lang="es-CO" sz="1800" b="1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566753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304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96F40682-3E4A-9958-BA71-0EDC0E259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6267B1E-5623-14C1-BB02-BBA45F56DE6B}"/>
              </a:ext>
            </a:extLst>
          </p:cNvPr>
          <p:cNvSpPr txBox="1"/>
          <p:nvPr/>
        </p:nvSpPr>
        <p:spPr>
          <a:xfrm>
            <a:off x="763977" y="418178"/>
            <a:ext cx="10376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400" b="1">
                <a:solidFill>
                  <a:srgbClr val="3F3F3F"/>
                </a:solidFill>
              </a:rPr>
              <a:t>Integridad de Señal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EACCE23-C64B-397C-2B1B-1094F2201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41" y="1136077"/>
            <a:ext cx="5766659" cy="487883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AD417E2-D2F5-F486-49A2-E6A4560EEB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503" y="1136077"/>
            <a:ext cx="5161570" cy="533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885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200606D2-2D1F-EA29-177C-2A0262F1C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F0CB466-939E-12CD-A3A3-3811947FF7EB}"/>
              </a:ext>
            </a:extLst>
          </p:cNvPr>
          <p:cNvSpPr txBox="1"/>
          <p:nvPr/>
        </p:nvSpPr>
        <p:spPr>
          <a:xfrm>
            <a:off x="763977" y="418178"/>
            <a:ext cx="10376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400" b="1">
                <a:solidFill>
                  <a:srgbClr val="3F3F3F"/>
                </a:solidFill>
              </a:rPr>
              <a:t>Fabricante y sus Restricciones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2CF20B00-5D86-7169-C020-A656278514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635287"/>
              </p:ext>
            </p:extLst>
          </p:nvPr>
        </p:nvGraphicFramePr>
        <p:xfrm>
          <a:off x="159657" y="958850"/>
          <a:ext cx="11677761" cy="5576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9743">
                  <a:extLst>
                    <a:ext uri="{9D8B030D-6E8A-4147-A177-3AD203B41FA5}">
                      <a16:colId xmlns:a16="http://schemas.microsoft.com/office/drawing/2014/main" val="1774771483"/>
                    </a:ext>
                  </a:extLst>
                </a:gridCol>
                <a:gridCol w="2076449">
                  <a:extLst>
                    <a:ext uri="{9D8B030D-6E8A-4147-A177-3AD203B41FA5}">
                      <a16:colId xmlns:a16="http://schemas.microsoft.com/office/drawing/2014/main" val="783900476"/>
                    </a:ext>
                  </a:extLst>
                </a:gridCol>
                <a:gridCol w="3286125">
                  <a:extLst>
                    <a:ext uri="{9D8B030D-6E8A-4147-A177-3AD203B41FA5}">
                      <a16:colId xmlns:a16="http://schemas.microsoft.com/office/drawing/2014/main" val="2585620950"/>
                    </a:ext>
                  </a:extLst>
                </a:gridCol>
                <a:gridCol w="3655444">
                  <a:extLst>
                    <a:ext uri="{9D8B030D-6E8A-4147-A177-3AD203B41FA5}">
                      <a16:colId xmlns:a16="http://schemas.microsoft.com/office/drawing/2014/main" val="2554923945"/>
                    </a:ext>
                  </a:extLst>
                </a:gridCol>
              </a:tblGrid>
              <a:tr h="506293"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i="0" u="none" strike="noStrike">
                          <a:solidFill>
                            <a:schemeClr val="bg1"/>
                          </a:solidFill>
                          <a:effectLst/>
                          <a:latin typeface="Proxima Nova"/>
                        </a:rPr>
                        <a:t>Parámetro</a:t>
                      </a:r>
                      <a:endParaRPr lang="es-CO" sz="14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i="0" u="none" strike="noStrike">
                          <a:solidFill>
                            <a:schemeClr val="bg1"/>
                          </a:solidFill>
                          <a:effectLst/>
                          <a:latin typeface="Proxima Nova"/>
                        </a:rPr>
                        <a:t>Capacidad típica </a:t>
                      </a:r>
                      <a:r>
                        <a:rPr lang="es-CO" sz="1400" b="1" i="0" u="none" strike="noStrike" err="1">
                          <a:solidFill>
                            <a:schemeClr val="bg1"/>
                          </a:solidFill>
                          <a:effectLst/>
                          <a:latin typeface="Proxima Nova"/>
                        </a:rPr>
                        <a:t>PCBWay</a:t>
                      </a:r>
                      <a:endParaRPr lang="es-CO" sz="14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i="0" u="none" strike="noStrike">
                          <a:solidFill>
                            <a:schemeClr val="bg1"/>
                          </a:solidFill>
                          <a:effectLst/>
                          <a:latin typeface="Proxima Nova"/>
                        </a:rPr>
                        <a:t>Justificación</a:t>
                      </a:r>
                      <a:endParaRPr lang="es-CO" sz="14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1000"/>
                        </a:spcAft>
                        <a:buNone/>
                      </a:pPr>
                      <a:r>
                        <a:rPr lang="es-419" sz="1400">
                          <a:solidFill>
                            <a:schemeClr val="bg1"/>
                          </a:solidFill>
                          <a:effectLst/>
                        </a:rPr>
                        <a:t>Valor en ALMA</a:t>
                      </a:r>
                      <a:endParaRPr lang="es-CO" sz="14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493425821"/>
                  </a:ext>
                </a:extLst>
              </a:tr>
              <a:tr h="701379"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Ancho mínimo de pista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4 mil (0.10 mm), </a:t>
                      </a:r>
                      <a:r>
                        <a:rPr lang="es-CO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advanced</a:t>
                      </a: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: 2/2mil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Permite enrutar diseños densos. Para producción robusta se recomienda ≥6 mil.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1000"/>
                        </a:spcAft>
                        <a:buNone/>
                      </a:pPr>
                      <a:r>
                        <a:rPr lang="es-419" sz="1400" b="1" i="0" u="none" strike="noStrike" noProof="0">
                          <a:effectLst/>
                          <a:latin typeface="Calibri"/>
                          <a:ea typeface="Calibri"/>
                          <a:cs typeface="Calibri"/>
                        </a:rPr>
                        <a:t>3 mil solo en BGA</a:t>
                      </a:r>
                      <a:r>
                        <a:rPr lang="es-419" sz="1400" b="0" i="0" u="none" strike="noStrike" noProof="0">
                          <a:effectLst/>
                          <a:latin typeface="Calibri"/>
                          <a:ea typeface="Calibri"/>
                          <a:cs typeface="Calibri"/>
                        </a:rPr>
                        <a:t>, 5 mil general y 3.756 mil en algunas pistas de impedancia</a:t>
                      </a:r>
                      <a:endParaRPr lang="es-ES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57182211"/>
                  </a:ext>
                </a:extLst>
              </a:tr>
              <a:tr h="506293"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Separación mínima entre pistas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4 mil (0.10 mm), </a:t>
                      </a:r>
                      <a:r>
                        <a:rPr kumimoji="0" lang="es-CO" sz="1400" b="0" i="0" u="none" strike="noStrike" kern="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oxima Nova"/>
                          <a:ea typeface="+mn-ea"/>
                          <a:cs typeface="+mn-cs"/>
                          <a:sym typeface="Arial"/>
                        </a:rPr>
                        <a:t>advanced</a:t>
                      </a:r>
                      <a:r>
                        <a:rPr kumimoji="0" lang="es-CO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oxima Nova"/>
                          <a:ea typeface="+mn-ea"/>
                          <a:cs typeface="+mn-cs"/>
                          <a:sym typeface="Arial"/>
                        </a:rPr>
                        <a:t>: 2/2mil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Evita cortocircuitos y mejora el rendimiento de fabricación.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1000"/>
                        </a:spcAft>
                        <a:buNone/>
                      </a:pPr>
                      <a:r>
                        <a:rPr lang="es-419" sz="1400" b="1" i="0" u="none" strike="noStrike" noProof="0">
                          <a:effectLst/>
                          <a:latin typeface="Calibri"/>
                          <a:ea typeface="Calibri"/>
                          <a:cs typeface="Calibri"/>
                        </a:rPr>
                        <a:t>3 mil solo BGA</a:t>
                      </a:r>
                      <a:r>
                        <a:rPr lang="es-419" sz="1400" b="0" i="0" u="none" strike="noStrike" noProof="0">
                          <a:effectLst/>
                          <a:latin typeface="Calibri"/>
                          <a:ea typeface="Calibri"/>
                          <a:cs typeface="Calibri"/>
                        </a:rPr>
                        <a:t>, 4 mil pads finos, 5 mil general y 8 mil alta velocidad</a:t>
                      </a:r>
                      <a:endParaRPr lang="es-ES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843631288"/>
                  </a:ext>
                </a:extLst>
              </a:tr>
              <a:tr h="701379"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Diámetro mínimo de perforación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0.15 mm (mecánico) 0.076mm (laser)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Determina el tamaño mínimo de vías y agujeros.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1000"/>
                        </a:spcAft>
                        <a:buNone/>
                      </a:pPr>
                      <a:r>
                        <a:rPr lang="es-419" sz="1400" b="0" i="0" u="none" strike="noStrike" noProof="0">
                          <a:effectLst/>
                          <a:latin typeface="Calibri"/>
                          <a:ea typeface="Calibri"/>
                          <a:cs typeface="Calibri"/>
                        </a:rPr>
                        <a:t>4 mil láser en microvías BGA; 5 mil mínimo existente; 8 mil preferido en vías pasantes nuevas</a:t>
                      </a:r>
                      <a:endParaRPr lang="es-ES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310200155"/>
                  </a:ext>
                </a:extLst>
              </a:tr>
              <a:tr h="506293"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Diámetro mínimo de vía terminada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~0.20 mm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Permite alta densidad de interconexión.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 b="1" i="0" u="none" strike="noStrike" noProof="0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/>
                          <a:cs typeface="Arial"/>
                        </a:rPr>
                        <a:t>12/4 mil en µVia BGA; 20/8 mil preferido en PTH</a:t>
                      </a:r>
                      <a:endParaRPr lang="es-ES" sz="1050"/>
                    </a:p>
                    <a:p>
                      <a:pPr lvl="0">
                        <a:spcAft>
                          <a:spcPts val="1000"/>
                        </a:spcAft>
                        <a:buNone/>
                      </a:pPr>
                      <a:endParaRPr lang="es-419" sz="1400" b="0" i="0" u="none" strike="noStrike" noProof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586307306"/>
                  </a:ext>
                </a:extLst>
              </a:tr>
              <a:tr h="701379"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Relación de aspecto (</a:t>
                      </a:r>
                      <a:r>
                        <a:rPr lang="es-CO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Aspect</a:t>
                      </a: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 Ratio)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Hasta 10:1 (típico)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Limita profundidad del taladro respecto al diámetro para asegurar metalización confiable.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1000"/>
                        </a:spcAft>
                        <a:buNone/>
                      </a:pPr>
                      <a:r>
                        <a:rPr lang="es-419" sz="1400" b="0" i="0" u="none" strike="noStrike" noProof="0">
                          <a:effectLst/>
                          <a:latin typeface="Calibri"/>
                          <a:ea typeface="Calibri"/>
                          <a:cs typeface="Calibri"/>
                        </a:rPr>
                        <a:t>Microvía BGA 1:2 ≈1:1: correcta. Vía pasante 20/8 mil ≈8:1: correcta</a:t>
                      </a:r>
                      <a:endParaRPr lang="es-ES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489224274"/>
                  </a:ext>
                </a:extLst>
              </a:tr>
              <a:tr h="506293"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Control de impedancia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Disponible (single-</a:t>
                      </a:r>
                      <a:r>
                        <a:rPr lang="es-CO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ended</a:t>
                      </a: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 y diferencial)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Fundamental para USB, LVDS, DDR, RF, etc.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50 Ω single-</a:t>
                      </a:r>
                      <a:r>
                        <a:rPr lang="es-CO" sz="14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ended</a:t>
                      </a:r>
                      <a:r>
                        <a:rPr lang="es-CO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, 100 Ω diferencial LVDS</a:t>
                      </a:r>
                      <a:endParaRPr lang="es-CO" sz="1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430525519"/>
                  </a:ext>
                </a:extLst>
              </a:tr>
              <a:tr h="506293"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Espesor de tarjeta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0.2 mm – 3.2 mm (típico)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Influye en rigidez mecánica e impedancias.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1000"/>
                        </a:spcAft>
                        <a:buNone/>
                      </a:pPr>
                      <a:r>
                        <a:rPr lang="es-419" sz="1400" b="1" i="0" u="none" strike="noStrike" noProof="0">
                          <a:effectLst/>
                          <a:latin typeface="Calibri"/>
                          <a:ea typeface="Calibri"/>
                          <a:cs typeface="Calibri"/>
                        </a:rPr>
                        <a:t>≈1.629 mm</a:t>
                      </a:r>
                      <a:endParaRPr lang="es-ES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848725630"/>
                  </a:ext>
                </a:extLst>
              </a:tr>
              <a:tr h="506293"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Tolerancia mecánica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±0.1 mm típica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Determina precisión dimensional final.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1000"/>
                        </a:spcAft>
                        <a:buNone/>
                      </a:pPr>
                      <a:r>
                        <a:rPr lang="es-419" sz="1400" b="0" i="0" u="none" strike="noStrike" noProof="0">
                          <a:effectLst/>
                          <a:latin typeface="Calibri"/>
                          <a:ea typeface="Calibri"/>
                          <a:cs typeface="Calibri"/>
                        </a:rPr>
                        <a:t>±0.2 mm en contorno</a:t>
                      </a:r>
                      <a:endParaRPr lang="es-ES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778914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1789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B0DD6A92-0F15-F6DC-19CC-CDB234F6D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2C792A8-55F1-A47A-B7E4-ACB40419FE90}"/>
              </a:ext>
            </a:extLst>
          </p:cNvPr>
          <p:cNvSpPr txBox="1"/>
          <p:nvPr/>
        </p:nvSpPr>
        <p:spPr>
          <a:xfrm>
            <a:off x="763977" y="418178"/>
            <a:ext cx="10376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400" b="1">
                <a:solidFill>
                  <a:srgbClr val="3F3F3F"/>
                </a:solidFill>
              </a:rPr>
              <a:t>Fabricante y sus Restricciones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0D031C6D-53A0-9FB8-F405-AAB3BEC18C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40424"/>
              </p:ext>
            </p:extLst>
          </p:nvPr>
        </p:nvGraphicFramePr>
        <p:xfrm>
          <a:off x="650874" y="1043516"/>
          <a:ext cx="10807702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1926">
                  <a:extLst>
                    <a:ext uri="{9D8B030D-6E8A-4147-A177-3AD203B41FA5}">
                      <a16:colId xmlns:a16="http://schemas.microsoft.com/office/drawing/2014/main" val="1774771483"/>
                    </a:ext>
                  </a:extLst>
                </a:gridCol>
                <a:gridCol w="2701926">
                  <a:extLst>
                    <a:ext uri="{9D8B030D-6E8A-4147-A177-3AD203B41FA5}">
                      <a16:colId xmlns:a16="http://schemas.microsoft.com/office/drawing/2014/main" val="783900476"/>
                    </a:ext>
                  </a:extLst>
                </a:gridCol>
                <a:gridCol w="3596848">
                  <a:extLst>
                    <a:ext uri="{9D8B030D-6E8A-4147-A177-3AD203B41FA5}">
                      <a16:colId xmlns:a16="http://schemas.microsoft.com/office/drawing/2014/main" val="2585620950"/>
                    </a:ext>
                  </a:extLst>
                </a:gridCol>
                <a:gridCol w="1807002">
                  <a:extLst>
                    <a:ext uri="{9D8B030D-6E8A-4147-A177-3AD203B41FA5}">
                      <a16:colId xmlns:a16="http://schemas.microsoft.com/office/drawing/2014/main" val="909142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i="0" u="none" strike="noStrike">
                          <a:solidFill>
                            <a:schemeClr val="bg1"/>
                          </a:solidFill>
                          <a:effectLst/>
                          <a:latin typeface="Proxima Nova"/>
                        </a:rPr>
                        <a:t>Parámetro</a:t>
                      </a:r>
                      <a:endParaRPr lang="es-CO" sz="14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i="0" u="none" strike="noStrike">
                          <a:solidFill>
                            <a:schemeClr val="bg1"/>
                          </a:solidFill>
                          <a:effectLst/>
                          <a:latin typeface="Proxima Nova"/>
                        </a:rPr>
                        <a:t>Capacidad típica </a:t>
                      </a:r>
                      <a:r>
                        <a:rPr lang="es-CO" sz="1400" b="1" i="0" u="none" strike="noStrike" err="1">
                          <a:solidFill>
                            <a:schemeClr val="bg1"/>
                          </a:solidFill>
                          <a:effectLst/>
                          <a:latin typeface="Proxima Nova"/>
                        </a:rPr>
                        <a:t>PCBWay</a:t>
                      </a:r>
                      <a:endParaRPr lang="es-CO" sz="14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1" i="0" u="none" strike="noStrike">
                          <a:solidFill>
                            <a:schemeClr val="bg1"/>
                          </a:solidFill>
                          <a:effectLst/>
                          <a:latin typeface="Proxima Nova"/>
                        </a:rPr>
                        <a:t>Justificación</a:t>
                      </a:r>
                      <a:endParaRPr lang="es-CO" sz="14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419" sz="1400">
                          <a:solidFill>
                            <a:schemeClr val="bg1"/>
                          </a:solidFill>
                          <a:effectLst/>
                        </a:rPr>
                        <a:t>Valor en ALMA</a:t>
                      </a:r>
                      <a:endParaRPr lang="es-CO" sz="14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493425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Peso de cobre disponible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0.5 oz – 13 oz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Permite desde señales de alta velocidad hasta potencia elevada.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1000"/>
                        </a:spcAft>
                        <a:buNone/>
                      </a:pPr>
                      <a:r>
                        <a:rPr lang="es-419" sz="1400" b="0" i="0" u="none" strike="noStrike" noProof="0">
                          <a:effectLst/>
                          <a:latin typeface="Calibri"/>
                          <a:ea typeface="Calibri"/>
                          <a:cs typeface="Calibri"/>
                        </a:rPr>
                        <a:t>0.5 oz en capas externas y 1 oz en capas internas</a:t>
                      </a:r>
                      <a:endParaRPr lang="es-ES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57182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Solder mask dam mínimo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4 mil (0.10 mm)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Evita puentes de soldadura entre </a:t>
                      </a:r>
                      <a:r>
                        <a:rPr lang="es-CO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pads</a:t>
                      </a: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 cercanos.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 noProof="0">
                          <a:effectLst/>
                          <a:latin typeface="Calibri"/>
                          <a:ea typeface="Calibri"/>
                          <a:cs typeface="Calibri"/>
                        </a:rPr>
                        <a:t>10 mil configurado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843631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Registro </a:t>
                      </a:r>
                      <a:r>
                        <a:rPr lang="es-CO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solder</a:t>
                      </a: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 </a:t>
                      </a:r>
                      <a:r>
                        <a:rPr lang="es-CO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mask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±2 mil típico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Define alineación de máscara respecto a </a:t>
                      </a:r>
                      <a:r>
                        <a:rPr lang="es-CO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pads</a:t>
                      </a: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. (no incluido)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 noProof="0">
                          <a:effectLst/>
                          <a:latin typeface="Calibri"/>
                          <a:ea typeface="Calibri"/>
                          <a:cs typeface="Calibri"/>
                        </a:rPr>
                        <a:t>Expansión de máscara configurada en 3 mil</a:t>
                      </a:r>
                      <a:endParaRPr lang="es-ES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310200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Blind vias</a:t>
                      </a:r>
                      <a:endParaRPr lang="es-CO" sz="1400" err="1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Disponibles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Permiten mayor densidad de enrutamiento en HDI.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1000"/>
                        </a:spcAft>
                        <a:buNone/>
                      </a:pPr>
                      <a:r>
                        <a:rPr lang="es-419" sz="1400" b="0" i="0" u="none" strike="noStrike" noProof="0">
                          <a:effectLst/>
                          <a:latin typeface="Calibri"/>
                          <a:ea typeface="Calibri"/>
                          <a:cs typeface="Calibri"/>
                        </a:rPr>
                        <a:t>Incluidas: microvía µVia 1:2 para escape BGA</a:t>
                      </a:r>
                      <a:endParaRPr lang="es-ES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586307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Buried</a:t>
                      </a: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 </a:t>
                      </a:r>
                      <a:r>
                        <a:rPr lang="es-CO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vias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Disponibles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Reducen congestión sin ocupar capas externas.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419" sz="1400" b="1">
                          <a:effectLst/>
                          <a:latin typeface="Calibri"/>
                          <a:ea typeface="Calibri"/>
                          <a:cs typeface="Calibri"/>
                        </a:rPr>
                        <a:t>No Inlcuido</a:t>
                      </a:r>
                      <a:endParaRPr lang="es-CO" sz="1400" b="1" err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489224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Acabados superficiales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HASL, ENIG, Immersion Silver, OSP, etc.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Afectan soldabilidad, costo y vida útil.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1000"/>
                        </a:spcAft>
                        <a:buNone/>
                      </a:pPr>
                      <a:r>
                        <a:rPr lang="es-CO" sz="1400" b="1" i="0" u="none" strike="noStrike" noProof="0">
                          <a:effectLst/>
                          <a:latin typeface="Calibri"/>
                          <a:ea typeface="Calibri"/>
                          <a:cs typeface="Calibri"/>
                        </a:rPr>
                        <a:t>ENIG recomendado</a:t>
                      </a:r>
                      <a:r>
                        <a:rPr lang="es-CO" sz="1400" b="0" i="0" u="none" strike="noStrike" noProof="0">
                          <a:effectLst/>
                          <a:latin typeface="Calibri"/>
                          <a:ea typeface="Calibri"/>
                          <a:cs typeface="Calibri"/>
                        </a:rPr>
                        <a:t> por BGA y pitch fino</a:t>
                      </a:r>
                      <a:endParaRPr lang="es-ES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691394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Espesor dieléctrico controlado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Disponible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Requerido para cálculo preciso de impedancia.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 noProof="0">
                          <a:effectLst/>
                          <a:latin typeface="Calibri"/>
                          <a:ea typeface="Calibri"/>
                          <a:cs typeface="Calibri"/>
                        </a:rPr>
                        <a:t>Sí: nueve dieléctricos definidos; espesor total ≈1.629 mm</a:t>
                      </a:r>
                      <a:endParaRPr lang="es-ES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18740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Número de capas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1–32 capas (estándar y avanzado)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Proxima Nova"/>
                        </a:rPr>
                        <a:t>Permite desde diseños simples hasta sistemas complejos.</a:t>
                      </a:r>
                      <a:endParaRPr lang="es-CO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000"/>
                        </a:spcAft>
                        <a:buNone/>
                      </a:pPr>
                      <a:r>
                        <a:rPr lang="es-419" sz="1400" b="1">
                          <a:effectLst/>
                          <a:latin typeface="Calibri"/>
                          <a:ea typeface="Calibri"/>
                          <a:cs typeface="Calibri"/>
                        </a:rPr>
                        <a:t>10 capas</a:t>
                      </a:r>
                      <a:endParaRPr lang="es-CO" sz="1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526861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7505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4331777D-DC8C-84E0-C151-6733734B2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E61EDBA-D288-BAE9-B10D-B133399D6482}"/>
              </a:ext>
            </a:extLst>
          </p:cNvPr>
          <p:cNvSpPr txBox="1"/>
          <p:nvPr/>
        </p:nvSpPr>
        <p:spPr>
          <a:xfrm>
            <a:off x="763977" y="418178"/>
            <a:ext cx="10376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400" b="1">
                <a:solidFill>
                  <a:srgbClr val="3F3F3F"/>
                </a:solidFill>
              </a:rPr>
              <a:t>Cumplimiento de Restricciones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DA69CA11-F7CB-B5F6-A144-5BFD7F15B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060867"/>
              </p:ext>
            </p:extLst>
          </p:nvPr>
        </p:nvGraphicFramePr>
        <p:xfrm>
          <a:off x="598957" y="1075266"/>
          <a:ext cx="10706101" cy="3037840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3213871">
                  <a:extLst>
                    <a:ext uri="{9D8B030D-6E8A-4147-A177-3AD203B41FA5}">
                      <a16:colId xmlns:a16="http://schemas.microsoft.com/office/drawing/2014/main" val="1774771483"/>
                    </a:ext>
                  </a:extLst>
                </a:gridCol>
                <a:gridCol w="1940272">
                  <a:extLst>
                    <a:ext uri="{9D8B030D-6E8A-4147-A177-3AD203B41FA5}">
                      <a16:colId xmlns:a16="http://schemas.microsoft.com/office/drawing/2014/main" val="783900476"/>
                    </a:ext>
                  </a:extLst>
                </a:gridCol>
                <a:gridCol w="5551958">
                  <a:extLst>
                    <a:ext uri="{9D8B030D-6E8A-4147-A177-3AD203B41FA5}">
                      <a16:colId xmlns:a16="http://schemas.microsoft.com/office/drawing/2014/main" val="2585620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Requisito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Estado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Evidencia de diseño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3425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Captura de voz (FR-001)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Cumple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Arreglo de micrófonos MEMS T5838 con alimentación </a:t>
                      </a:r>
                      <a:r>
                        <a:rPr lang="es-CO" err="1"/>
                        <a:t>low-noise</a:t>
                      </a:r>
                      <a:r>
                        <a:rPr lang="es-CO"/>
                        <a:t> y soporte PDM/DMIC.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2339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Audio y reproducción (FR-002, FR-003)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Cumple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Amplificador TAS5805M conectado mediante I2S/I2C al RK3568.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0004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Interfaz gráfica táctil (FR-004, FR-005)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Cumple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Pantalla MIPI-DSI/</a:t>
                      </a:r>
                      <a:r>
                        <a:rPr lang="es-CO" err="1"/>
                        <a:t>eDP</a:t>
                      </a:r>
                      <a:r>
                        <a:rPr lang="es-CO"/>
                        <a:t> con panel táctil conectado por I2C.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4422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Iluminación RGB (FR-006)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Cumple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Driver LP5012 controlado por I2C.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7350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Conectividad (FR-007)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Cumple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err="1"/>
                        <a:t>Wi</a:t>
                      </a:r>
                      <a:r>
                        <a:rPr lang="es-CO"/>
                        <a:t>-Fi y Bluetooth incluidos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2556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Almacenamiento persistente (FR-008)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Cumple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eMMC de alta capacidad para sistema operativo y datos.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3631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058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247E0B99-309F-0375-465E-F8279601E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750B74F-FC24-59D0-7E25-E041B392678C}"/>
              </a:ext>
            </a:extLst>
          </p:cNvPr>
          <p:cNvSpPr txBox="1"/>
          <p:nvPr/>
        </p:nvSpPr>
        <p:spPr>
          <a:xfrm>
            <a:off x="763977" y="418178"/>
            <a:ext cx="10376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400" b="1">
                <a:solidFill>
                  <a:srgbClr val="3F3F3F"/>
                </a:solidFill>
              </a:rPr>
              <a:t>Cumplimiento de Restricciones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97C53C7A-F46F-53B6-44EE-9EEF9EFAB6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536142"/>
              </p:ext>
            </p:extLst>
          </p:nvPr>
        </p:nvGraphicFramePr>
        <p:xfrm>
          <a:off x="598957" y="1075266"/>
          <a:ext cx="10706101" cy="2667000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3213871">
                  <a:extLst>
                    <a:ext uri="{9D8B030D-6E8A-4147-A177-3AD203B41FA5}">
                      <a16:colId xmlns:a16="http://schemas.microsoft.com/office/drawing/2014/main" val="1774771483"/>
                    </a:ext>
                  </a:extLst>
                </a:gridCol>
                <a:gridCol w="1940272">
                  <a:extLst>
                    <a:ext uri="{9D8B030D-6E8A-4147-A177-3AD203B41FA5}">
                      <a16:colId xmlns:a16="http://schemas.microsoft.com/office/drawing/2014/main" val="783900476"/>
                    </a:ext>
                  </a:extLst>
                </a:gridCol>
                <a:gridCol w="5551958">
                  <a:extLst>
                    <a:ext uri="{9D8B030D-6E8A-4147-A177-3AD203B41FA5}">
                      <a16:colId xmlns:a16="http://schemas.microsoft.com/office/drawing/2014/main" val="2585620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Requisito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Estado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Evidencia de diseño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3425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Controles físicos (FR-009)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Cumple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Botones dedicados para volumen y mute con GPIO protegidos.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0200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Privacidad del micrófono (FR-010)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Cumple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Mute físico mediante corte de VMIC y LED indicador.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6307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Tiempo de respuesta (NFR-001, NFR-003)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Parcial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Arquitectura diseñada para cumplirlo, pendiente validación experimental.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9224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Consumo y gestión térmica (NFR-002, NFR-004, NFR-005)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Parcial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Implementado mediante DVFS, batería y dominios de potencia; requiere pruebas físicas.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1394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Robustez eléctrica y seguridad (STD-001 a STD-005)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Cumple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TVS, protección de entrada, </a:t>
                      </a:r>
                      <a:r>
                        <a:rPr lang="es-CO" err="1"/>
                        <a:t>power-path</a:t>
                      </a:r>
                      <a:r>
                        <a:rPr lang="es-CO"/>
                        <a:t> y reglas de integridad de señal.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8740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9647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E0DAF859-D4EE-BF10-92F9-B58551E65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EB4B1D5-523C-E3D5-17BE-0E3AECBCB3FA}"/>
              </a:ext>
            </a:extLst>
          </p:cNvPr>
          <p:cNvSpPr txBox="1"/>
          <p:nvPr/>
        </p:nvSpPr>
        <p:spPr>
          <a:xfrm>
            <a:off x="763977" y="418178"/>
            <a:ext cx="10376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400" b="1">
                <a:solidFill>
                  <a:srgbClr val="3F3F3F"/>
                </a:solidFill>
              </a:rPr>
              <a:t>Análisis de Costos y Comparación con Productos</a:t>
            </a:r>
          </a:p>
        </p:txBody>
      </p:sp>
      <p:graphicFrame>
        <p:nvGraphicFramePr>
          <p:cNvPr id="3" name="Chart 1">
            <a:extLst>
              <a:ext uri="{FF2B5EF4-FFF2-40B4-BE49-F238E27FC236}">
                <a16:creationId xmlns:a16="http://schemas.microsoft.com/office/drawing/2014/main" id="{00000000-0008-0000-02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2971461"/>
              </p:ext>
            </p:extLst>
          </p:nvPr>
        </p:nvGraphicFramePr>
        <p:xfrm>
          <a:off x="1755000" y="1399822"/>
          <a:ext cx="8682000" cy="50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73957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A9C8199B-3EB2-93ED-C3D3-CC3A3C94E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135C567-C290-ED40-8E2D-12DD9B21936B}"/>
              </a:ext>
            </a:extLst>
          </p:cNvPr>
          <p:cNvSpPr txBox="1"/>
          <p:nvPr/>
        </p:nvSpPr>
        <p:spPr>
          <a:xfrm>
            <a:off x="763977" y="418178"/>
            <a:ext cx="10376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400" b="1">
                <a:solidFill>
                  <a:srgbClr val="3F3F3F"/>
                </a:solidFill>
              </a:rPr>
              <a:t>Análisis de Costos y Comparación con Productos</a:t>
            </a:r>
          </a:p>
        </p:txBody>
      </p:sp>
      <p:graphicFrame>
        <p:nvGraphicFramePr>
          <p:cNvPr id="4" name="Chart 1">
            <a:extLst>
              <a:ext uri="{FF2B5EF4-FFF2-40B4-BE49-F238E27FC236}">
                <a16:creationId xmlns:a16="http://schemas.microsoft.com/office/drawing/2014/main" id="{00000000-0008-0000-02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9386188"/>
              </p:ext>
            </p:extLst>
          </p:nvPr>
        </p:nvGraphicFramePr>
        <p:xfrm>
          <a:off x="2136000" y="1399822"/>
          <a:ext cx="7920000" cy="50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63022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FE88204D-84AF-2037-5EBD-8D44583D4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3E70769-62DD-51BB-398C-D5E9FAC484D1}"/>
              </a:ext>
            </a:extLst>
          </p:cNvPr>
          <p:cNvSpPr txBox="1"/>
          <p:nvPr/>
        </p:nvSpPr>
        <p:spPr>
          <a:xfrm>
            <a:off x="763977" y="418178"/>
            <a:ext cx="10376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400" b="1">
                <a:solidFill>
                  <a:srgbClr val="3F3F3F"/>
                </a:solidFill>
              </a:rPr>
              <a:t>Análisis de Costos y Comparación con Productos</a:t>
            </a:r>
          </a:p>
        </p:txBody>
      </p:sp>
      <p:graphicFrame>
        <p:nvGraphicFramePr>
          <p:cNvPr id="4" name="Chart 1">
            <a:extLst>
              <a:ext uri="{FF2B5EF4-FFF2-40B4-BE49-F238E27FC236}">
                <a16:creationId xmlns:a16="http://schemas.microsoft.com/office/drawing/2014/main" id="{00000000-0008-0000-02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2440507"/>
              </p:ext>
            </p:extLst>
          </p:nvPr>
        </p:nvGraphicFramePr>
        <p:xfrm>
          <a:off x="2136000" y="1232850"/>
          <a:ext cx="7920000" cy="52069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04367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F02B225F-75B2-4545-5089-37223ADC2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AC0C1CE-C854-765F-A80F-6BF56376B5D4}"/>
              </a:ext>
            </a:extLst>
          </p:cNvPr>
          <p:cNvSpPr txBox="1"/>
          <p:nvPr/>
        </p:nvSpPr>
        <p:spPr>
          <a:xfrm>
            <a:off x="763977" y="418178"/>
            <a:ext cx="10376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400" b="1">
                <a:solidFill>
                  <a:srgbClr val="3F3F3F"/>
                </a:solidFill>
              </a:rPr>
              <a:t>Análisis de Costos y Comparación con Productos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D6501CDF-E1B7-6934-3663-B3A159E8C7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064459"/>
              </p:ext>
            </p:extLst>
          </p:nvPr>
        </p:nvGraphicFramePr>
        <p:xfrm>
          <a:off x="2136775" y="2481791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28555307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8913666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324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823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645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103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45877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782AF5DC-27C6-0AE4-7C8E-7DE60AF32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62841FA-8048-9775-007D-567A57FE567E}"/>
              </a:ext>
            </a:extLst>
          </p:cNvPr>
          <p:cNvSpPr txBox="1"/>
          <p:nvPr/>
        </p:nvSpPr>
        <p:spPr>
          <a:xfrm>
            <a:off x="763977" y="418178"/>
            <a:ext cx="1037606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419" sz="2400" b="1">
                <a:solidFill>
                  <a:srgbClr val="3F3F3F"/>
                </a:solidFill>
              </a:rPr>
              <a:t>DESAFIOS Y MEJORAS DE DISEÑOS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D8FC312-A1D0-D079-BE75-962FF3ED7028}"/>
              </a:ext>
            </a:extLst>
          </p:cNvPr>
          <p:cNvSpPr txBox="1"/>
          <p:nvPr/>
        </p:nvSpPr>
        <p:spPr>
          <a:xfrm>
            <a:off x="447674" y="1285875"/>
            <a:ext cx="9972675" cy="46474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Char char="•"/>
            </a:pPr>
            <a:r>
              <a:rPr lang="es-419" sz="2000">
                <a:latin typeface="Calibri"/>
                <a:ea typeface="Calibri"/>
                <a:cs typeface="Calibri"/>
              </a:rPr>
              <a:t>Análisis de obstáculos clave y soluciones en el diseño de hardware:</a:t>
            </a:r>
            <a:endParaRPr lang="en-US"/>
          </a:p>
          <a:p>
            <a:br>
              <a:rPr lang="en-US" sz="2000">
                <a:latin typeface="Calibri"/>
                <a:ea typeface="Calibri"/>
                <a:cs typeface="Calibri"/>
              </a:rPr>
            </a:br>
            <a:r>
              <a:rPr lang="es-419" sz="2000">
                <a:latin typeface="Calibri"/>
                <a:ea typeface="Calibri"/>
                <a:cs typeface="Calibri"/>
              </a:rPr>
              <a:t>1. Obtención de esquemáticos completos para el procesador(Un desafío inicial critico).</a:t>
            </a:r>
            <a:endParaRPr lang="es-419">
              <a:ea typeface="Calibri"/>
            </a:endParaRPr>
          </a:p>
          <a:p>
            <a:br>
              <a:rPr lang="es-419" sz="2000">
                <a:latin typeface="Calibri"/>
                <a:ea typeface="Calibri"/>
                <a:cs typeface="Calibri"/>
              </a:rPr>
            </a:br>
            <a:r>
              <a:rPr lang="es-419" sz="2000">
                <a:latin typeface="Calibri"/>
                <a:ea typeface="Calibri"/>
                <a:cs typeface="Calibri"/>
              </a:rPr>
              <a:t>2. Selección adecuada de componentes eléctricos (Garantizando compatibilidad y rendimiento).</a:t>
            </a:r>
            <a:endParaRPr lang="es-419"/>
          </a:p>
          <a:p>
            <a:endParaRPr lang="es-419" sz="2000">
              <a:latin typeface="Calibri"/>
              <a:ea typeface="Calibri"/>
              <a:cs typeface="Calibri"/>
            </a:endParaRPr>
          </a:p>
          <a:p>
            <a:r>
              <a:rPr lang="es-419" sz="2000">
                <a:latin typeface="Calibri"/>
                <a:ea typeface="Calibri"/>
                <a:cs typeface="Calibri"/>
              </a:rPr>
              <a:t>3. Optimización del número de capas de la PCB (Equilibrando costos y rendimiento de señal).</a:t>
            </a:r>
            <a:endParaRPr lang="es-419"/>
          </a:p>
          <a:p>
            <a:endParaRPr lang="es-419" sz="2000">
              <a:latin typeface="Calibri"/>
              <a:ea typeface="Calibri"/>
              <a:cs typeface="Calibri"/>
            </a:endParaRPr>
          </a:p>
          <a:p>
            <a:r>
              <a:rPr lang="es-419" sz="2000">
                <a:latin typeface="Calibri"/>
                <a:ea typeface="Calibri"/>
                <a:cs typeface="Calibri"/>
              </a:rPr>
              <a:t>4. Ruteado de componentes BGA de alta densidad (Conducción compleja de vías y pistas).</a:t>
            </a:r>
            <a:endParaRPr lang="es-419"/>
          </a:p>
          <a:p>
            <a:endParaRPr lang="es-419">
              <a:ea typeface="Calibri"/>
            </a:endParaRPr>
          </a:p>
          <a:p>
            <a:r>
              <a:rPr lang="es-419" sz="2000">
                <a:latin typeface="Calibri"/>
                <a:ea typeface="Calibri"/>
                <a:cs typeface="Calibri"/>
              </a:rPr>
              <a:t>5. Falla del enrutamiento automático (</a:t>
            </a:r>
            <a:r>
              <a:rPr lang="es-419" sz="2000" err="1">
                <a:latin typeface="Calibri"/>
                <a:ea typeface="Calibri"/>
                <a:cs typeface="Calibri"/>
              </a:rPr>
              <a:t>Autoroute</a:t>
            </a:r>
            <a:r>
              <a:rPr lang="es-419" sz="2000">
                <a:latin typeface="Calibri"/>
                <a:ea typeface="Calibri"/>
                <a:cs typeface="Calibri"/>
              </a:rPr>
              <a:t>) (Necesidad de intervención manual y diseño estratégico).</a:t>
            </a:r>
          </a:p>
          <a:p>
            <a:endParaRPr lang="es-419"/>
          </a:p>
          <a:p>
            <a:endParaRPr lang="es-419"/>
          </a:p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807117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182af3c-6f22-406b-8cdf-c8f9c41b503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6DB744451826847A8BF3A791A510D3D" ma:contentTypeVersion="10" ma:contentTypeDescription="Crear nuevo documento." ma:contentTypeScope="" ma:versionID="24c69b8773c8824a6750c0ecc8b0939c">
  <xsd:schema xmlns:xsd="http://www.w3.org/2001/XMLSchema" xmlns:xs="http://www.w3.org/2001/XMLSchema" xmlns:p="http://schemas.microsoft.com/office/2006/metadata/properties" xmlns:ns3="7182af3c-6f22-406b-8cdf-c8f9c41b5036" xmlns:ns4="24fbd963-35c7-4507-abde-b3cabe40154f" targetNamespace="http://schemas.microsoft.com/office/2006/metadata/properties" ma:root="true" ma:fieldsID="0581b559a27265cdc2435b8342382568" ns3:_="" ns4:_="">
    <xsd:import namespace="7182af3c-6f22-406b-8cdf-c8f9c41b5036"/>
    <xsd:import namespace="24fbd963-35c7-4507-abde-b3cabe40154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82af3c-6f22-406b-8cdf-c8f9c41b50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fbd963-35c7-4507-abde-b3cabe40154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25FA1FD-5C75-4284-B161-A996385D8375}">
  <ds:schemaRefs>
    <ds:schemaRef ds:uri="24fbd963-35c7-4507-abde-b3cabe40154f"/>
    <ds:schemaRef ds:uri="7182af3c-6f22-406b-8cdf-c8f9c41b503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A566D32-71B4-4C17-A486-FC7D7D0FDC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70D742-D01D-4E4D-95F3-BD516934EB93}">
  <ds:schemaRefs>
    <ds:schemaRef ds:uri="24fbd963-35c7-4507-abde-b3cabe40154f"/>
    <ds:schemaRef ds:uri="7182af3c-6f22-406b-8cdf-c8f9c41b503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17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Isabella Soto Vallejo</dc:creator>
  <cp:revision>1</cp:revision>
  <dcterms:created xsi:type="dcterms:W3CDTF">2020-11-06T05:13:25Z</dcterms:created>
  <dcterms:modified xsi:type="dcterms:W3CDTF">2026-06-10T19:15:25Z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6CFC60AD-6955-421D-A808-94D76E27BB08</vt:lpwstr>
  </property>
  <property fmtid="{D5CDD505-2E9C-101B-9397-08002B2CF9AE}" pid="3" name="ArticulatePath">
    <vt:lpwstr>Presentación Oficial Rendición de cuentas 2021_proyección</vt:lpwstr>
  </property>
  <property fmtid="{D5CDD505-2E9C-101B-9397-08002B2CF9AE}" pid="4" name="ContentTypeId">
    <vt:lpwstr>0x010100B6DB744451826847A8BF3A791A510D3D</vt:lpwstr>
  </property>
</Properties>
</file>